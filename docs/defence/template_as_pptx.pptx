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2" r:id="rId4"/>
  </p:sldMasterIdLst>
  <p:notesMasterIdLst>
    <p:notesMasterId r:id="rId9"/>
  </p:notesMasterIdLst>
  <p:handoutMasterIdLst>
    <p:handoutMasterId r:id="rId10"/>
  </p:handoutMasterIdLst>
  <p:sldIdLst>
    <p:sldId id="263" r:id="rId6"/>
    <p:sldId id="256" r:id="rId7"/>
    <p:sldId id="260" r:id="rId8"/>
  </p:sldIdLst>
  <p:sldSz cx="12192000" cy="6858000"/>
  <p:notesSz cx="6858000" cy="9144000"/>
  <p:defaultTextStyle>
    <a:defPPr>
      <a:defRPr lang="en-GB"/>
    </a:defPPr>
    <a:lvl1pPr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Arial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Arial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Arial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Arial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Arial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Arial" pitchFamily="34" charset="0"/>
        <a:ea typeface="ＭＳ Ｐゴシック" pitchFamily="-80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Arial" pitchFamily="34" charset="0"/>
        <a:ea typeface="ＭＳ Ｐゴシック" pitchFamily="-80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Arial" pitchFamily="34" charset="0"/>
        <a:ea typeface="ＭＳ Ｐゴシック" pitchFamily="-80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Arial" pitchFamily="34" charset="0"/>
        <a:ea typeface="ＭＳ Ｐゴシック" pitchFamily="-80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990000"/>
    <a:srgbClr val="000000"/>
    <a:srgbClr val="FFCC00"/>
    <a:srgbClr val="FF6600"/>
    <a:srgbClr val="FF0000"/>
    <a:srgbClr val="FF0099"/>
    <a:srgbClr val="CC3399"/>
    <a:srgbClr val="660066"/>
    <a:srgbClr val="66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5" autoAdjust="0"/>
    <p:restoredTop sz="81797" autoAdjust="0"/>
  </p:normalViewPr>
  <p:slideViewPr>
    <p:cSldViewPr showGuides="1">
      <p:cViewPr varScale="1">
        <p:scale>
          <a:sx n="60" d="100"/>
          <a:sy n="60" d="100"/>
        </p:scale>
        <p:origin x="1327" y="6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en-GB" dirty="0">
              <a:latin typeface="Arial" panose="020B0604020202020204" pitchFamily="34" charset="0"/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fld id="{9F1F7C4A-2B31-4E5D-9C10-7A0E4B6D2F88}" type="datetime1">
              <a:rPr lang="en-GB"/>
              <a:t>24/09/2026</a:t>
            </a:fld>
            <a:endParaRPr lang="en-GB"/>
          </a:p>
        </p:txBody>
      </p:sp>
      <p:sp>
        <p:nvSpPr>
          <p:cNvPr id="634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en-GB" dirty="0">
              <a:latin typeface="Arial" panose="020B0604020202020204" pitchFamily="34" charset="0"/>
            </a:endParaRPr>
          </a:p>
        </p:txBody>
      </p:sp>
      <p:sp>
        <p:nvSpPr>
          <p:cNvPr id="634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fld id="{491ECFBD-4A0D-4BCF-98A8-E205F44719BF}" type="slidenum">
              <a:rPr lang="en-GB" smtClean="0">
                <a:latin typeface="Arial" panose="020B0604020202020204" pitchFamily="34" charset="0"/>
              </a:rPr>
              <a:pPr/>
              <a:t>‹#›</a:t>
            </a:fld>
            <a:endParaRPr lang="en-GB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8099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fld id="{9F1F7C4A-2B31-4E5D-9C10-7A0E4B6D2F88}" type="datetime1">
              <a:rPr lang="en-GB"/>
              <a:t>24/09/2026</a:t>
            </a:fld>
            <a:endParaRPr lang="en-GB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2588" y="685800"/>
            <a:ext cx="6092825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 err="1"/>
              <a:t>Click to edit Master text styles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 err="1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fld id="{C734BB09-483B-4C4B-A5A4-C02A22055B01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7783607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Help slide for DTU's PowerPoint templates. Links to inspiration slides, image bank, design guide, corporate presentation and Neo Sans Pro via Company Portal. Delete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34BB09-483B-4C4B-A5A4-C02A22055B01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0523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rgbClr val="030F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1" name="Logo white">
            <a:extLst>
              <a:ext uri="{FF2B5EF4-FFF2-40B4-BE49-F238E27FC236}">
                <a16:creationId xmlns:a16="http://schemas.microsoft.com/office/drawing/2014/main" id="{275A6477-FE3A-4D40-B1FE-E46C11E344A5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edit Master subtitle style</a:t>
            </a:r>
            <a:endParaRPr lang="en-GB" noProof="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58E75EC-EF76-589D-0066-5EFD32568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F7C4A-2B31-4E5D-9C10-7A0E4B6D2F88}" type="datetime1">
              <a:rPr lang="en-GB"/>
              <a:t>24/09/2026</a:t>
            </a:fld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CB2228E-DECD-A1FF-31EB-394A35796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72145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Click to edit Master subtitle style</a:t>
            </a:r>
            <a:endParaRPr lang="en-GB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26E83F-35F3-7C0A-C83E-AFDCA3467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F7C4A-2B31-4E5D-9C10-7A0E4B6D2F88}" type="datetime1">
              <a:rPr lang="en-GB"/>
              <a:t>24/09/2026</a:t>
            </a:fld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12648B-3179-ABFE-F3AA-427613837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59193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8A0E3C-0CE1-4BBF-A912-5A81BF3B7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4800" y="1706400"/>
            <a:ext cx="9312374" cy="454557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209954EC-B8D9-8075-FC9F-D3764E46C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F7C4A-2B31-4E5D-9C10-7A0E4B6D2F88}" type="datetime1">
              <a:rPr lang="en-GB"/>
              <a:t>24/09/2026</a:t>
            </a:fld>
            <a:endParaRPr lang="en-GB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8AD440C-0797-9C1A-F3D9-3529DA26E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7774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1117" userDrawn="1">
          <p15:clr>
            <a:srgbClr val="F26B43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EB1D5E1-0C4E-4A74-BE37-26307F7E2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9312374" cy="9727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74800" y="1706399"/>
            <a:ext cx="4410177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78001" y="1706399"/>
            <a:ext cx="4409100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3EE7F0E-E606-41AC-BBBF-B5AECB1112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775E03-BE23-9277-8686-60549E4E73B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F1F7C4A-2B31-4E5D-9C10-7A0E4B6D2F88}" type="datetime1">
              <a:rPr lang="en-GB"/>
              <a:t>24/09/2026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57112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8" userDrawn="1">
          <p15:clr>
            <a:srgbClr val="F26B43"/>
          </p15:clr>
        </p15:guide>
        <p15:guide id="2" pos="3896" userDrawn="1">
          <p15:clr>
            <a:srgbClr val="F26B43"/>
          </p15:clr>
        </p15:guide>
        <p15:guide id="3" pos="4205" userDrawn="1">
          <p15:clr>
            <a:srgbClr val="F26B43"/>
          </p15:clr>
        </p15:guide>
        <p15:guide id="4" pos="6984" userDrawn="1">
          <p15:clr>
            <a:srgbClr val="F26B43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90A2595F-A737-4D92-946C-EC0BBF885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6048672" cy="9727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4726" y="1706328"/>
            <a:ext cx="6048672" cy="454557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31213" y="849734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icon to insert a picture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31213" y="3563718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icon to insert a picture</a:t>
            </a:r>
          </a:p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64EEF-2B63-484E-803A-4FCD66F243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6AB93-5959-29D5-C0C8-6B37FCF5F14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9F1F7C4A-2B31-4E5D-9C10-7A0E4B6D2F88}" type="datetime1">
              <a:rPr lang="en-GB"/>
              <a:t>24/09/2026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2670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27" userDrawn="1">
          <p15:clr>
            <a:srgbClr val="F26B43"/>
          </p15:clr>
        </p15:guide>
        <p15:guide id="2" pos="5247" userDrawn="1">
          <p15:clr>
            <a:srgbClr val="F26B43"/>
          </p15:clr>
        </p15:guide>
        <p15:guide id="3" pos="1117" userDrawn="1">
          <p15:clr>
            <a:srgbClr val="F26B43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92213382-11A1-48CE-B0A0-D8A7D2686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360" y="426127"/>
            <a:ext cx="6865740" cy="9727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1360" y="1706328"/>
            <a:ext cx="6865740" cy="454557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131452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icon to insert a picture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" y="396815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icon to insert a picture</a:t>
            </a:r>
          </a:p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5D0DC-E43F-43DA-AA0F-C0C54C8939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45D79-EFF9-98D6-B066-40CEED6C2E2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9F1F7C4A-2B31-4E5D-9C10-7A0E4B6D2F88}" type="datetime1">
              <a:rPr lang="en-GB"/>
              <a:t>24/09/2026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3562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2660" userDrawn="1">
          <p15:clr>
            <a:srgbClr val="F26B43"/>
          </p15:clr>
        </p15:guide>
        <p15:guide id="3" pos="2335" userDrawn="1">
          <p15:clr>
            <a:srgbClr val="F26B43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953C3-F3F7-4638-96F8-7CF20CB55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7650" y="980727"/>
            <a:ext cx="3740400" cy="418115"/>
          </a:xfrm>
        </p:spPr>
        <p:txBody>
          <a:bodyPr/>
          <a:lstStyle>
            <a:lvl1pPr>
              <a:defRPr sz="2400"/>
            </a:lvl1pPr>
          </a:lstStyle>
          <a:p>
            <a:r>
              <a:rPr lang="en-GB"/>
              <a:t>Click to add title one line</a:t>
            </a:r>
            <a:endParaRPr lang="en-GB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C0DB591-4602-46B3-B1C3-1E64148AB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4407150"/>
            <a:ext cx="3740400" cy="184442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8416079-1CFC-426F-A6ED-5AB355FC545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227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GB"/>
              <a:t>Click to add title one line</a:t>
            </a:r>
            <a:endParaRPr lang="en-GB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D358873C-68BF-4E89-B536-B3248F2B25FE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222750" y="4406899"/>
            <a:ext cx="3740401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9A0E900-1FE2-4CC1-B435-93F3A118935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78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GB"/>
              <a:t>Click to add title one line</a:t>
            </a:r>
            <a:endParaRPr lang="en-GB" dirty="0"/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E094886A-F110-4851-B1DA-8DFC40D509F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197850" y="4406899"/>
            <a:ext cx="3740400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1B02311-54A6-4455-B615-BBCA0DA742E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47650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icon to insert a picture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710A5827-3485-49A0-81F0-FF89EE34B80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23149" y="1548581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icon to insert a picture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E27B0558-FCB8-4A55-9BA9-182DFF0387F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198648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icon to insert a picture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DBA22-AE55-C68A-132F-A826D0B0C740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9F1F7C4A-2B31-4E5D-9C10-7A0E4B6D2F88}" type="datetime1">
              <a:rPr lang="en-GB"/>
              <a:t>24/09/2026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63740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>
          <p15:clr>
            <a:srgbClr val="F26B43"/>
          </p15:clr>
        </p15:guide>
        <p15:guide id="2" pos="7522" userDrawn="1">
          <p15:clr>
            <a:srgbClr val="F26B43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297DEAA-3B7B-49C7-8C28-3F21F36A9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53AB3-8AAF-469F-AD3F-AE5E1A39D7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A33A1D-DD6A-46E6-9477-D1471332CB1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F1F7C4A-2B31-4E5D-9C10-7A0E4B6D2F88}" type="datetime1">
              <a:rPr lang="en-GB"/>
              <a:t>24/09/2026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845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7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ogo og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A39F3A-7714-4FD6-9132-D60FFA220D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E183DE-20D3-DB32-ED9D-43A02E676CA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F1F7C4A-2B31-4E5D-9C10-7A0E4B6D2F88}" type="datetime1">
              <a:rPr lang="en-GB"/>
              <a:t>24/09/2026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9264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ont/Pause 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">
            <a:extLst>
              <a:ext uri="{FF2B5EF4-FFF2-40B4-BE49-F238E27FC236}">
                <a16:creationId xmlns:a16="http://schemas.microsoft.com/office/drawing/2014/main" id="{AF9D3C51-A276-4E1F-B6B6-FD6A4E17EE28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C9776080-6230-4AB8-AB28-4D6744DD01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fld id="{9F1F7C4A-2B31-4E5D-9C10-7A0E4B6D2F88}" type="datetime1">
              <a:rPr lang="en-GB"/>
              <a:t>24/09/2026</a:t>
            </a:fld>
            <a:endParaRPr lang="en-GB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3125B57E-AFC7-4517-B327-461DB01D2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Logo color">
            <a:extLst>
              <a:ext uri="{FF2B5EF4-FFF2-40B4-BE49-F238E27FC236}">
                <a16:creationId xmlns:a16="http://schemas.microsoft.com/office/drawing/2014/main" id="{B0EE486B-843B-49D6-90AE-5093AB56E30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1786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/Pause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>
            <a:extLst>
              <a:ext uri="{FF2B5EF4-FFF2-40B4-BE49-F238E27FC236}">
                <a16:creationId xmlns:a16="http://schemas.microsoft.com/office/drawing/2014/main" id="{A3420087-96DF-432F-B192-585D42BF6A4E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3" name="Logo color">
            <a:extLst>
              <a:ext uri="{FF2B5EF4-FFF2-40B4-BE49-F238E27FC236}">
                <a16:creationId xmlns:a16="http://schemas.microsoft.com/office/drawing/2014/main" id="{09BBEE10-6A59-474F-B766-7643F97F869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030F4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AF062B26-8169-4B93-8FD8-CFDB0855A9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fld id="{9F1F7C4A-2B31-4E5D-9C10-7A0E4B6D2F88}" type="datetime1">
              <a:rPr lang="en-GB"/>
              <a:t>24/09/2026</a:t>
            </a:fld>
            <a:endParaRPr lang="en-GB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4C299FA2-BF46-4410-B2CD-E3C80B7A9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495865CE-5BE9-4122-8AB8-48E534DD88F7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030F4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963761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ttom bar">
            <a:extLst>
              <a:ext uri="{FF2B5EF4-FFF2-40B4-BE49-F238E27FC236}">
                <a16:creationId xmlns:a16="http://schemas.microsoft.com/office/drawing/2014/main" id="{FFFFD011-0D94-46EE-B45C-787FE82C3B5E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030F4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" name="Logo color">
            <a:extLst>
              <a:ext uri="{FF2B5EF4-FFF2-40B4-BE49-F238E27FC236}">
                <a16:creationId xmlns:a16="http://schemas.microsoft.com/office/drawing/2014/main" id="{ADC92552-7939-46C1-AAFE-B97F51EBFFE9}"/>
              </a:ext>
            </a:extLst>
          </p:cNvPr>
          <p:cNvSpPr>
            <a:spLocks noChangeAspect="1"/>
          </p:cNvSpPr>
          <p:nvPr userDrawn="1">
            <p:custDataLst>
              <p:tags r:id="rId13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030F4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700" b="1">
                <a:solidFill>
                  <a:schemeClr val="bg1"/>
                </a:solidFill>
                <a:latin typeface="+mn-lt"/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4726" y="426127"/>
            <a:ext cx="9312374" cy="97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4726" y="1706328"/>
            <a:ext cx="9312374" cy="4545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13676" name="text"/>
          <p:cNvSpPr>
            <a:spLocks noChangeArrowheads="1"/>
          </p:cNvSpPr>
          <p:nvPr/>
        </p:nvSpPr>
        <p:spPr bwMode="auto">
          <a:xfrm>
            <a:off x="1774726" y="6541200"/>
            <a:ext cx="3397071" cy="31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700" b="1" dirty="0">
                <a:solidFill>
                  <a:schemeClr val="bg1"/>
                </a:solidFill>
                <a:latin typeface="+mn-lt"/>
              </a:rPr>
              <a:t>Technical University of Denmark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14E9AE0-170F-0C2B-DFF5-DC7F65F4B1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 b="1">
                <a:solidFill>
                  <a:schemeClr val="bg1"/>
                </a:solidFill>
                <a:latin typeface="+mj-lt"/>
              </a:defRPr>
            </a:lvl1pPr>
          </a:lstStyle>
          <a:p>
            <a:fld id="{9F1F7C4A-2B31-4E5D-9C10-7A0E4B6D2F88}" type="datetime1">
              <a:rPr lang="en-GB"/>
              <a:t>24/09/2026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4702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71" r:id="rId2"/>
    <p:sldLayoutId id="2147483664" r:id="rId3"/>
    <p:sldLayoutId id="2147483677" r:id="rId4"/>
    <p:sldLayoutId id="2147483672" r:id="rId5"/>
    <p:sldLayoutId id="2147483673" r:id="rId6"/>
    <p:sldLayoutId id="2147483676" r:id="rId7"/>
    <p:sldLayoutId id="2147483666" r:id="rId8"/>
    <p:sldLayoutId id="2147483667" r:id="rId9"/>
    <p:sldLayoutId id="2147483668" r:id="rId10"/>
    <p:sldLayoutId id="2147483669" r:id="rId11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  <a:ea typeface="ＭＳ Ｐゴシック" pitchFamily="-8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  <a:ea typeface="ＭＳ Ｐゴシック" pitchFamily="-8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  <a:ea typeface="ＭＳ Ｐゴシック" pitchFamily="-8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  <a:ea typeface="ＭＳ Ｐゴシック" pitchFamily="-8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  <a:ea typeface="ＭＳ Ｐゴシック" pitchFamily="-8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  <a:ea typeface="ＭＳ Ｐゴシック" pitchFamily="-8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  <a:ea typeface="ＭＳ Ｐゴシック" pitchFamily="-8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  <a:ea typeface="ＭＳ Ｐゴシック" pitchFamily="-80" charset="-128"/>
        </a:defRPr>
      </a:lvl9pPr>
    </p:titleStyle>
    <p:bodyStyle>
      <a:lvl1pPr marL="1980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14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2pPr>
      <a:lvl3pPr marL="6156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828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4pPr>
      <a:lvl5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5pPr>
      <a:lvl6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6pPr>
      <a:lvl7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7pPr>
      <a:lvl8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8pPr>
      <a:lvl9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68" userDrawn="1">
          <p15:clr>
            <a:srgbClr val="F26B43"/>
          </p15:clr>
        </p15:guide>
        <p15:guide id="4" orient="horz" pos="881" userDrawn="1">
          <p15:clr>
            <a:srgbClr val="F26B43"/>
          </p15:clr>
        </p15:guide>
        <p15:guide id="5" orient="horz" pos="1074" userDrawn="1">
          <p15:clr>
            <a:srgbClr val="F26B43"/>
          </p15:clr>
        </p15:guide>
        <p15:guide id="6" orient="horz" pos="393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tudk.sharepoint.com/:p:/r/sites/templates/Office%20Templates/Danske%20skabeloner/Inspiration.potx?d=wd7cdab1ef1d4466aa89505319f80587c&amp;csf=1&amp;web=1&amp;e=lp2E2W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www.inside.dtu.dk/organisation/strategi-tal-og-fakta" TargetMode="External"/><Relationship Id="rId5" Type="http://schemas.openxmlformats.org/officeDocument/2006/relationships/hyperlink" Target="https://designguide.dtu.dk" TargetMode="External"/><Relationship Id="rId4" Type="http://schemas.openxmlformats.org/officeDocument/2006/relationships/hyperlink" Target="https://public.skyfish.com/p/dtu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30F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7364" y="952730"/>
            <a:ext cx="4577660" cy="807542"/>
          </a:xfrm>
          <a:prstGeom prst="rect">
            <a:avLst/>
          </a:prstGeom>
          <a:noFill/>
          <a:ln/>
        </p:spPr>
        <p:txBody>
          <a:bodyPr wrap="square" lIns="16931" tIns="16931" rIns="16931" bIns="16931" rtlCol="0" anchor="t">
            <a:normAutofit lnSpcReduction="10000"/>
          </a:bodyPr>
          <a:lstStyle/>
          <a:p>
            <a:pPr defTabSz="609539" fontAlgn="auto">
              <a:lnSpc>
                <a:spcPct val="94875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with DTU's PowerPoint templates</a:t>
            </a:r>
            <a:endParaRPr lang="en-GB" sz="2800" dirty="0">
              <a:solidFill>
                <a:prstClr val="black"/>
              </a:solidFill>
              <a:latin typeface="Arial" panose="020F0502020204030204"/>
              <a:ea typeface="+mn-ea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17364" y="2095582"/>
            <a:ext cx="609429" cy="189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defTabSz="609539" fontAlgn="auto">
              <a:spcBef>
                <a:spcPts val="0"/>
              </a:spcBef>
              <a:spcAft>
                <a:spcPts val="0"/>
              </a:spcAft>
            </a:pPr>
            <a:endParaRPr lang="en-GB" sz="1200">
              <a:solidFill>
                <a:prstClr val="black"/>
              </a:solidFill>
              <a:latin typeface="Arial" panose="020F0502020204030204"/>
              <a:ea typeface="+mn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717364" y="2514627"/>
            <a:ext cx="4577660" cy="825393"/>
          </a:xfrm>
          <a:prstGeom prst="rect">
            <a:avLst/>
          </a:prstGeom>
          <a:noFill/>
          <a:ln/>
        </p:spPr>
        <p:txBody>
          <a:bodyPr wrap="square" lIns="16931" tIns="16931" rIns="16931" bIns="16931" rtlCol="0" anchor="t">
            <a:normAutofit lnSpcReduction="10000"/>
          </a:bodyPr>
          <a:lstStyle/>
          <a:p>
            <a:pPr defTabSz="609539" fontAlgn="auto">
              <a:lnSpc>
                <a:spcPct val="1331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templates give you DTU's colours, typography and logo from the start. On the right, you will find the material you typically need along the way.</a:t>
            </a:r>
            <a:endParaRPr lang="en-GB" sz="1400" dirty="0">
              <a:solidFill>
                <a:prstClr val="black"/>
              </a:solidFill>
              <a:latin typeface="Arial" panose="020F0502020204030204"/>
              <a:ea typeface="+mn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717364" y="3835256"/>
            <a:ext cx="4577660" cy="558727"/>
          </a:xfrm>
          <a:prstGeom prst="rect">
            <a:avLst/>
          </a:prstGeom>
          <a:noFill/>
          <a:ln/>
        </p:spPr>
        <p:txBody>
          <a:bodyPr wrap="square" lIns="16931" tIns="16931" rIns="16931" bIns="16931" rtlCol="0" anchor="t">
            <a:normAutofit lnSpcReduction="10000"/>
          </a:bodyPr>
          <a:lstStyle/>
          <a:p>
            <a:pPr defTabSz="609539" fontAlgn="auto">
              <a:lnSpc>
                <a:spcPct val="1331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have questions or special requirements, you are welcome to write to design@dtu.dk/contacts</a:t>
            </a:r>
            <a:endParaRPr lang="en-GB" sz="1400" dirty="0">
              <a:solidFill>
                <a:prstClr val="black"/>
              </a:solidFill>
              <a:latin typeface="Arial" panose="020F0502020204030204"/>
              <a:ea typeface="+mn-ea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17364" y="5079694"/>
            <a:ext cx="609429" cy="12606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pPr defTabSz="609539" fontAlgn="auto">
              <a:spcBef>
                <a:spcPts val="0"/>
              </a:spcBef>
              <a:spcAft>
                <a:spcPts val="0"/>
              </a:spcAft>
            </a:pPr>
            <a:endParaRPr lang="en-GB" sz="1200">
              <a:solidFill>
                <a:prstClr val="black"/>
              </a:solidFill>
              <a:latin typeface="Arial" panose="020F0502020204030204"/>
              <a:ea typeface="+mn-ea"/>
            </a:endParaRPr>
          </a:p>
        </p:txBody>
      </p:sp>
      <p:sp>
        <p:nvSpPr>
          <p:cNvPr id="7" name="Text 5"/>
          <p:cNvSpPr/>
          <p:nvPr/>
        </p:nvSpPr>
        <p:spPr>
          <a:xfrm>
            <a:off x="717364" y="5333661"/>
            <a:ext cx="4577660" cy="558727"/>
          </a:xfrm>
          <a:prstGeom prst="rect">
            <a:avLst/>
          </a:prstGeom>
          <a:noFill/>
          <a:ln/>
        </p:spPr>
        <p:txBody>
          <a:bodyPr wrap="square" lIns="16931" tIns="16931" rIns="16931" bIns="16931" rtlCol="0" anchor="t">
            <a:normAutofit lnSpcReduction="10000"/>
          </a:bodyPr>
          <a:lstStyle/>
          <a:p>
            <a:pPr defTabSz="609539" fontAlgn="auto">
              <a:lnSpc>
                <a:spcPct val="1331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slide is for guidance only. Delete it before you present — so the slide numbers on the other slides are correct.</a:t>
            </a:r>
            <a:endParaRPr lang="en-GB" sz="1400" dirty="0">
              <a:solidFill>
                <a:prstClr val="black"/>
              </a:solidFill>
              <a:latin typeface="Arial" panose="020F0502020204030204"/>
              <a:ea typeface="+mn-ea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587182" y="787652"/>
            <a:ext cx="12606" cy="5663372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lstStyle/>
          <a:p>
            <a:pPr defTabSz="609539" fontAlgn="auto">
              <a:spcBef>
                <a:spcPts val="0"/>
              </a:spcBef>
              <a:spcAft>
                <a:spcPts val="0"/>
              </a:spcAft>
            </a:pPr>
            <a:endParaRPr lang="en-GB" sz="1200">
              <a:solidFill>
                <a:prstClr val="black"/>
              </a:solidFill>
              <a:latin typeface="Arial" panose="020F0502020204030204"/>
              <a:ea typeface="+mn-ea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18923" y="764704"/>
            <a:ext cx="5782727" cy="269150"/>
          </a:xfrm>
          <a:prstGeom prst="rect">
            <a:avLst/>
          </a:prstGeom>
          <a:noFill/>
          <a:ln/>
        </p:spPr>
        <p:txBody>
          <a:bodyPr wrap="square" lIns="16931" tIns="16931" rIns="16931" bIns="16931" rtlCol="0" anchor="t">
            <a:normAutofit lnSpcReduction="10000"/>
          </a:bodyPr>
          <a:lstStyle/>
          <a:p>
            <a:pPr defTabSz="609539" fontAlgn="auto">
              <a:lnSpc>
                <a:spcPct val="106154"/>
              </a:lnSpc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Inspiration slides</a:t>
            </a:r>
            <a:endParaRPr lang="en-GB" dirty="0">
              <a:solidFill>
                <a:prstClr val="black"/>
              </a:solidFill>
              <a:latin typeface="Arial" panose="020F0502020204030204"/>
              <a:ea typeface="+mn-ea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18923" y="1069464"/>
            <a:ext cx="5782727" cy="292062"/>
          </a:xfrm>
          <a:prstGeom prst="rect">
            <a:avLst/>
          </a:prstGeom>
          <a:noFill/>
          <a:ln/>
        </p:spPr>
        <p:txBody>
          <a:bodyPr wrap="square" lIns="16931" tIns="16931" rIns="16931" bIns="16931" rtlCol="0" anchor="t">
            <a:normAutofit lnSpcReduction="10000"/>
          </a:bodyPr>
          <a:lstStyle/>
          <a:p>
            <a:pPr defTabSz="609539" fontAlgn="auto">
              <a:lnSpc>
                <a:spcPct val="1331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 of slide structures you can reuse directly.</a:t>
            </a:r>
            <a:endParaRPr lang="en-GB" sz="1400" dirty="0">
              <a:solidFill>
                <a:prstClr val="black"/>
              </a:solidFill>
              <a:latin typeface="Arial" panose="020F0502020204030204"/>
              <a:ea typeface="+mn-ea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18923" y="1348828"/>
            <a:ext cx="5782727" cy="292062"/>
          </a:xfrm>
          <a:prstGeom prst="rect">
            <a:avLst/>
          </a:prstGeom>
          <a:noFill/>
          <a:ln/>
        </p:spPr>
        <p:txBody>
          <a:bodyPr wrap="square" lIns="16931" tIns="16931" rIns="16931" bIns="16931" rtlCol="0" anchor="t">
            <a:normAutofit/>
          </a:bodyPr>
          <a:lstStyle/>
          <a:p>
            <a:pPr defTabSz="609539" fontAlgn="auto">
              <a:lnSpc>
                <a:spcPct val="1331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Inspiration.potx</a:t>
            </a:r>
            <a:endParaRPr lang="en-GB" sz="1400" dirty="0">
              <a:solidFill>
                <a:schemeClr val="bg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18923" y="1916832"/>
            <a:ext cx="5782727" cy="269150"/>
          </a:xfrm>
          <a:prstGeom prst="rect">
            <a:avLst/>
          </a:prstGeom>
          <a:noFill/>
          <a:ln/>
        </p:spPr>
        <p:txBody>
          <a:bodyPr wrap="square" lIns="16931" tIns="16931" rIns="16931" bIns="16931" rtlCol="0" anchor="t">
            <a:normAutofit lnSpcReduction="10000"/>
          </a:bodyPr>
          <a:lstStyle/>
          <a:p>
            <a:pPr defTabSz="609539" fontAlgn="auto">
              <a:lnSpc>
                <a:spcPct val="106154"/>
              </a:lnSpc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bank</a:t>
            </a:r>
            <a:endParaRPr lang="en-GB" dirty="0">
              <a:solidFill>
                <a:prstClr val="black"/>
              </a:solidFill>
              <a:latin typeface="Arial" panose="020F0502020204030204"/>
              <a:ea typeface="+mn-ea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18923" y="2221593"/>
            <a:ext cx="5782727" cy="292062"/>
          </a:xfrm>
          <a:prstGeom prst="rect">
            <a:avLst/>
          </a:prstGeom>
          <a:noFill/>
          <a:ln/>
        </p:spPr>
        <p:txBody>
          <a:bodyPr wrap="square" lIns="16931" tIns="16931" rIns="16931" bIns="16931" rtlCol="0" anchor="t">
            <a:normAutofit lnSpcReduction="10000"/>
          </a:bodyPr>
          <a:lstStyle/>
          <a:p>
            <a:pPr defTabSz="609539" fontAlgn="auto">
              <a:lnSpc>
                <a:spcPct val="1331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High-resolution photos for your presentations.</a:t>
            </a:r>
            <a:endParaRPr lang="en-GB" sz="1400" dirty="0">
              <a:solidFill>
                <a:prstClr val="black"/>
              </a:solidFill>
              <a:latin typeface="Arial" panose="020F0502020204030204"/>
              <a:ea typeface="+mn-ea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18923" y="2500956"/>
            <a:ext cx="5782727" cy="292062"/>
          </a:xfrm>
          <a:prstGeom prst="rect">
            <a:avLst/>
          </a:prstGeom>
          <a:noFill/>
          <a:ln/>
        </p:spPr>
        <p:txBody>
          <a:bodyPr wrap="square" lIns="16931" tIns="16931" rIns="16931" bIns="16931" rtlCol="0" anchor="t">
            <a:normAutofit/>
          </a:bodyPr>
          <a:lstStyle/>
          <a:p>
            <a:pPr defTabSz="609539" fontAlgn="auto">
              <a:lnSpc>
                <a:spcPct val="118257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Image bank</a:t>
            </a:r>
            <a:endParaRPr lang="en-GB" sz="1400" dirty="0">
              <a:solidFill>
                <a:schemeClr val="bg1"/>
              </a:solidFill>
              <a:latin typeface="Arial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18923" y="2996952"/>
            <a:ext cx="5782727" cy="269150"/>
          </a:xfrm>
          <a:prstGeom prst="rect">
            <a:avLst/>
          </a:prstGeom>
          <a:noFill/>
          <a:ln/>
        </p:spPr>
        <p:txBody>
          <a:bodyPr wrap="square" lIns="16931" tIns="16931" rIns="16931" bIns="16931" rtlCol="0" anchor="t">
            <a:normAutofit lnSpcReduction="10000"/>
          </a:bodyPr>
          <a:lstStyle/>
          <a:p>
            <a:pPr defTabSz="609539" fontAlgn="auto">
              <a:lnSpc>
                <a:spcPct val="106154"/>
              </a:lnSpc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guide</a:t>
            </a:r>
            <a:endParaRPr lang="en-GB" dirty="0">
              <a:solidFill>
                <a:prstClr val="black"/>
              </a:solidFill>
              <a:latin typeface="Arial" panose="020F0502020204030204"/>
              <a:ea typeface="+mn-ea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18923" y="3301712"/>
            <a:ext cx="5782727" cy="292062"/>
          </a:xfrm>
          <a:prstGeom prst="rect">
            <a:avLst/>
          </a:prstGeom>
          <a:noFill/>
          <a:ln/>
        </p:spPr>
        <p:txBody>
          <a:bodyPr wrap="square" lIns="16931" tIns="16931" rIns="16931" bIns="16931" rtlCol="0" anchor="t">
            <a:normAutofit lnSpcReduction="10000"/>
          </a:bodyPr>
          <a:lstStyle/>
          <a:p>
            <a:pPr defTabSz="609539" fontAlgn="auto">
              <a:lnSpc>
                <a:spcPct val="1331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rules behind the templates: logo, colours and typography.</a:t>
            </a:r>
            <a:endParaRPr lang="en-GB" sz="1400" dirty="0">
              <a:solidFill>
                <a:prstClr val="black"/>
              </a:solidFill>
              <a:latin typeface="Arial" panose="020F0502020204030204"/>
              <a:ea typeface="+mn-ea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18923" y="3581076"/>
            <a:ext cx="5782727" cy="292062"/>
          </a:xfrm>
          <a:prstGeom prst="rect">
            <a:avLst/>
          </a:prstGeom>
          <a:noFill/>
          <a:ln/>
        </p:spPr>
        <p:txBody>
          <a:bodyPr wrap="square" lIns="16931" tIns="16931" rIns="16931" bIns="16931" rtlCol="0" anchor="t">
            <a:normAutofit lnSpcReduction="10000"/>
          </a:bodyPr>
          <a:lstStyle/>
          <a:p>
            <a:pPr defTabSz="609539" fontAlgn="auto">
              <a:lnSpc>
                <a:spcPct val="1331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 guide</a:t>
            </a:r>
            <a:endParaRPr lang="en-GB" sz="1400" dirty="0">
              <a:solidFill>
                <a:schemeClr val="bg1"/>
              </a:solidFill>
              <a:latin typeface="Arial" panose="020F0502020204030204"/>
              <a:ea typeface="+mn-ea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418923" y="4149080"/>
            <a:ext cx="5782727" cy="269150"/>
          </a:xfrm>
          <a:prstGeom prst="rect">
            <a:avLst/>
          </a:prstGeom>
          <a:noFill/>
          <a:ln/>
        </p:spPr>
        <p:txBody>
          <a:bodyPr wrap="square" lIns="16931" tIns="16931" rIns="16931" bIns="16931" rtlCol="0" anchor="t">
            <a:normAutofit lnSpcReduction="10000"/>
          </a:bodyPr>
          <a:lstStyle/>
          <a:p>
            <a:pPr defTabSz="609539" fontAlgn="auto">
              <a:lnSpc>
                <a:spcPct val="106154"/>
              </a:lnSpc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DTU's font, Neo Sans Pro</a:t>
            </a:r>
            <a:endParaRPr lang="en-GB" dirty="0">
              <a:solidFill>
                <a:prstClr val="black"/>
              </a:solidFill>
              <a:latin typeface="Arial" panose="020F0502020204030204"/>
              <a:ea typeface="+mn-ea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418923" y="4453840"/>
            <a:ext cx="5782727" cy="927163"/>
          </a:xfrm>
          <a:prstGeom prst="rect">
            <a:avLst/>
          </a:prstGeom>
          <a:noFill/>
          <a:ln/>
        </p:spPr>
        <p:txBody>
          <a:bodyPr wrap="square" lIns="16931" tIns="16931" rIns="16931" bIns="16931" rtlCol="0" anchor="t">
            <a:normAutofit/>
          </a:bodyPr>
          <a:lstStyle/>
          <a:p>
            <a:pPr defTabSz="609539" fontAlgn="auto">
              <a:lnSpc>
                <a:spcPct val="1331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install our font via Company Portal. Note: If you share your presentation with someone who does not have the font installed, the font will be replaced automatically.</a:t>
            </a:r>
          </a:p>
        </p:txBody>
      </p:sp>
      <p:sp>
        <p:nvSpPr>
          <p:cNvPr id="30" name="Text 28"/>
          <p:cNvSpPr/>
          <p:nvPr/>
        </p:nvSpPr>
        <p:spPr>
          <a:xfrm>
            <a:off x="6418923" y="5577151"/>
            <a:ext cx="5782727" cy="269150"/>
          </a:xfrm>
          <a:prstGeom prst="rect">
            <a:avLst/>
          </a:prstGeom>
          <a:noFill/>
          <a:ln/>
        </p:spPr>
        <p:txBody>
          <a:bodyPr wrap="square" lIns="16931" tIns="16931" rIns="16931" bIns="16931" rtlCol="0" anchor="t">
            <a:normAutofit lnSpcReduction="10000"/>
          </a:bodyPr>
          <a:lstStyle/>
          <a:p>
            <a:pPr defTabSz="609539" fontAlgn="auto">
              <a:lnSpc>
                <a:spcPct val="106154"/>
              </a:lnSpc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presentation</a:t>
            </a:r>
            <a:endParaRPr lang="en-GB" dirty="0">
              <a:solidFill>
                <a:prstClr val="black"/>
              </a:solidFill>
              <a:latin typeface="Arial" panose="020F0502020204030204"/>
              <a:ea typeface="+mn-ea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418923" y="5881911"/>
            <a:ext cx="5782727" cy="292062"/>
          </a:xfrm>
          <a:prstGeom prst="rect">
            <a:avLst/>
          </a:prstGeom>
          <a:noFill/>
          <a:ln/>
        </p:spPr>
        <p:txBody>
          <a:bodyPr wrap="square" lIns="16931" tIns="16931" rIns="16931" bIns="16931" rtlCol="0" anchor="t">
            <a:normAutofit lnSpcReduction="10000"/>
          </a:bodyPr>
          <a:lstStyle/>
          <a:p>
            <a:pPr defTabSz="609539" fontAlgn="auto">
              <a:lnSpc>
                <a:spcPct val="1331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DTU in facts and figures, with speaker notes for your own presentation.</a:t>
            </a:r>
            <a:endParaRPr lang="en-GB" sz="1400" dirty="0">
              <a:solidFill>
                <a:prstClr val="black"/>
              </a:solidFill>
              <a:latin typeface="Arial" panose="020F0502020204030204"/>
              <a:ea typeface="+mn-ea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418923" y="6161274"/>
            <a:ext cx="5782727" cy="292062"/>
          </a:xfrm>
          <a:prstGeom prst="rect">
            <a:avLst/>
          </a:prstGeom>
          <a:noFill/>
          <a:ln/>
        </p:spPr>
        <p:txBody>
          <a:bodyPr wrap="square" lIns="16931" tIns="16931" rIns="16931" bIns="16931" rtlCol="0" anchor="t">
            <a:normAutofit lnSpcReduction="10000"/>
          </a:bodyPr>
          <a:lstStyle/>
          <a:p>
            <a:pPr defTabSz="609539" fontAlgn="auto">
              <a:lnSpc>
                <a:spcPct val="13318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DTU Inside</a:t>
            </a:r>
            <a:endParaRPr lang="en-GB" sz="1400" dirty="0">
              <a:solidFill>
                <a:schemeClr val="bg1"/>
              </a:solidFill>
              <a:latin typeface="Arial" panose="020F0502020204030204"/>
              <a:ea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13EF6E-BC23-40A0-80D4-1EBE64DCC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773079-109A-B151-8254-21CB5885C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F7C4A-2B31-4E5D-9C10-7A0E4B6D2F88}" type="datetime1">
              <a:rPr lang="en-GB"/>
              <a:t>24/09/2026</a:t>
            </a:fld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C1393C32-4593-A727-A772-60975780A8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2A505916-C26B-4D8F-DD23-7BF9A136D3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A221E4-1851-497D-90EE-984C71121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450" y="6541200"/>
            <a:ext cx="432600" cy="316800"/>
          </a:xfrm>
        </p:spPr>
        <p:txBody>
          <a:bodyPr/>
          <a:lstStyle/>
          <a:p>
            <a:fld id="{24C8C45C-947F-4981-8B3F-4F32E973C901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A068D229-C10D-E6D4-5477-85C69A8B19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2000" y="6541200"/>
            <a:ext cx="1105200" cy="316800"/>
          </a:xfrm>
        </p:spPr>
        <p:txBody>
          <a:bodyPr/>
          <a:lstStyle/>
          <a:p>
            <a:fld id="{9F1F7C4A-2B31-4E5D-9C10-7A0E4B6D2F88}" type="datetime1">
              <a:rPr lang="en-GB"/>
              <a:t>24/09/2026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07141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heme/theme1.xml><?xml version="1.0" encoding="utf-8"?>
<a:theme xmlns:a="http://schemas.openxmlformats.org/drawingml/2006/main" name="Blank">
  <a:themeElements>
    <a:clrScheme name="DTU Navy Blue">
      <a:dk1>
        <a:srgbClr val="000000"/>
      </a:dk1>
      <a:lt1>
        <a:srgbClr val="FFFFFF"/>
      </a:lt1>
      <a:dk2>
        <a:srgbClr val="030F4F"/>
      </a:dk2>
      <a:lt2>
        <a:srgbClr val="79238E"/>
      </a:lt2>
      <a:accent1>
        <a:srgbClr val="030F4F"/>
      </a:accent1>
      <a:accent2>
        <a:srgbClr val="2F3EEA"/>
      </a:accent2>
      <a:accent3>
        <a:srgbClr val="1FD082"/>
      </a:accent3>
      <a:accent4>
        <a:srgbClr val="171748"/>
      </a:accent4>
      <a:accent5>
        <a:srgbClr val="F6D04D"/>
      </a:accent5>
      <a:accent6>
        <a:srgbClr val="FC7634"/>
      </a:accent6>
      <a:hlink>
        <a:srgbClr val="2F3EEA"/>
      </a:hlink>
      <a:folHlink>
        <a:srgbClr val="030F4F"/>
      </a:folHlink>
    </a:clrScheme>
    <a:fontScheme name="DT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accent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ts val="432"/>
          </a:spcBef>
          <a:spcAft>
            <a:spcPct val="0"/>
          </a:spcAft>
          <a:buClrTx/>
          <a:buSzTx/>
          <a:buFontTx/>
          <a:buNone/>
          <a:tabLst/>
          <a:defRPr kumimoji="0" sz="1600" b="0" i="0" u="none" strike="noStrike" cap="none" normalizeH="0" baseline="0" dirty="0" err="1" smtClean="0">
            <a:ln>
              <a:noFill/>
            </a:ln>
            <a:solidFill>
              <a:srgbClr val="FFFFFF"/>
            </a:solidFill>
            <a:effectLst/>
            <a:latin typeface="+mn-lt"/>
            <a:ea typeface="ＭＳ Ｐゴシック" pitchFamily="-80" charset="-128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lIns="0" tIns="0" rIns="0" bIns="0" rtlCol="0">
        <a:spAutoFit/>
      </a:bodyPr>
      <a:lstStyle>
        <a:defPPr algn="l">
          <a:spcBef>
            <a:spcPts val="432"/>
          </a:spcBef>
          <a:defRPr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Red_doorporate_DK_.potx" id="{53DCBCD5-389E-4100-85BE-9D9F91FE8BB7}" vid="{92762ABB-E8FB-4BCC-9C0C-8FD908B1C889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DA1FD2B40FDA458284BB6FCA763489" ma:contentTypeVersion="6" ma:contentTypeDescription="Create a new document." ma:contentTypeScope="" ma:versionID="cccb3bc81e691d516a767b109d3cd329">
  <xsd:schema xmlns:xsd="http://www.w3.org/2001/XMLSchema" xmlns:xs="http://www.w3.org/2001/XMLSchema" xmlns:p="http://schemas.microsoft.com/office/2006/metadata/properties" xmlns:ns2="683dcda1-f8c3-442f-ae64-e236c052732d" xmlns:ns3="715bde23-c48d-41ea-a697-dffaa8fbae8d" targetNamespace="http://schemas.microsoft.com/office/2006/metadata/properties" ma:root="true" ma:fieldsID="ccfcd265b5d4dee778a0ee10ef25187c" ns2:_="" ns3:_="">
    <xsd:import namespace="683dcda1-f8c3-442f-ae64-e236c052732d"/>
    <xsd:import namespace="715bde23-c48d-41ea-a697-dffaa8fbae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3dcda1-f8c3-442f-ae64-e236c05273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5bde23-c48d-41ea-a697-dffaa8fbae8d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15bde23-c48d-41ea-a697-dffaa8fbae8d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F261DAC-624D-4DA1-960A-3A3253F019BF}"/>
</file>

<file path=customXml/itemProps2.xml><?xml version="1.0" encoding="utf-8"?>
<ds:datastoreItem xmlns:ds="http://schemas.openxmlformats.org/officeDocument/2006/customXml" ds:itemID="{55F20C36-75B9-412C-984C-BB0C68788AE9}">
  <ds:schemaRefs>
    <ds:schemaRef ds:uri="http://schemas.microsoft.com/office/2006/metadata/properties"/>
    <ds:schemaRef ds:uri="http://schemas.microsoft.com/office/infopath/2007/PartnerControls"/>
    <ds:schemaRef ds:uri="715bde23-c48d-41ea-a697-dffaa8fbae8d"/>
  </ds:schemaRefs>
</ds:datastoreItem>
</file>

<file path=customXml/itemProps3.xml><?xml version="1.0" encoding="utf-8"?>
<ds:datastoreItem xmlns:ds="http://schemas.openxmlformats.org/officeDocument/2006/customXml" ds:itemID="{FFAA86A3-D07C-4999-80B6-325F774CCE5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201</Words>
  <Application>Microsoft Office PowerPoint</Application>
  <PresentationFormat>Widescreen</PresentationFormat>
  <Paragraphs>26</Paragraphs>
  <Slides>3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Arial</vt:lpstr>
      <vt:lpstr>Calibri</vt:lpstr>
      <vt:lpstr>Verdana</vt:lpstr>
      <vt:lpstr>Blank</vt:lpstr>
      <vt:lpstr>1_Office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DTU</dc:creator>
  <cp:lastModifiedBy>DTU</cp:lastModifiedBy>
  <cp:revision>1</cp:revision>
  <dcterms:created xsi:type="dcterms:W3CDTF">2026-09-22T13:08:17Z</dcterms:created>
  <dcterms:modified xsi:type="dcterms:W3CDTF">2026-09-24T08:01:23Z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0x0101009ADA1FD2B40FDA458284BB6FCA763489</vt:lpwstr>
  </property>
</Properties>
</file>