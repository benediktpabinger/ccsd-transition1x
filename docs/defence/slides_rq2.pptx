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2" r:id="rId4"/>
  </p:sldMasterIdLst>
  <p:notesMasterIdLst>
    <p:notesMasterId r:id="rId9"/>
  </p:notesMasterIdLst>
  <p:handoutMasterIdLst>
    <p:handoutMasterId r:id="rId10"/>
  </p:handoutMasterIdLst>
  <p:sldIdLst>
    <p:sldId id="256" r:id="rId8"/>
    <p:sldId id="257" r:id="rId7"/>
    <p:sldId id="258" r:id="rId6"/>
    <p:sldId id="259" r:id="rId5"/>
    <p:sldId id="260" r:id="rId15"/>
  </p:sldIdLst>
  <p:sldSz cx="12192000" cy="6858000"/>
  <p:notesSz cx="6858000" cy="9144000"/>
  <p:defaultTextStyle>
    <a:defPPr>
      <a:defRPr lang="en-GB"/>
    </a:defPPr>
    <a:lvl1pPr algn="l" rtl="0" fontAlgn="base">
      <a:spcBef>
        <a:spcPct val="50000"/>
      </a:spcBef>
      <a:spcAft>
        <a:spcPct val="0"/>
      </a:spcAft>
      <a:defRPr sz="1600" kern="1200">
        <a:solidFill>
          <a:schemeClr val="tx1"/>
        </a:solidFill>
        <a:latin typeface="Arial" pitchFamily="34" charset="0"/>
        <a:ea typeface="ＭＳ Ｐゴシック" pitchFamily="-80" charset="-128"/>
        <a:cs typeface="+mn-cs"/>
      </a:defRPr>
    </a:lvl1pPr>
    <a:lvl2pPr marL="457200" algn="l" rtl="0" fontAlgn="base">
      <a:spcBef>
        <a:spcPct val="50000"/>
      </a:spcBef>
      <a:spcAft>
        <a:spcPct val="0"/>
      </a:spcAft>
      <a:defRPr sz="1600" kern="1200">
        <a:solidFill>
          <a:schemeClr val="tx1"/>
        </a:solidFill>
        <a:latin typeface="Arial" pitchFamily="34" charset="0"/>
        <a:ea typeface="ＭＳ Ｐゴシック" pitchFamily="-80" charset="-128"/>
        <a:cs typeface="+mn-cs"/>
      </a:defRPr>
    </a:lvl2pPr>
    <a:lvl3pPr marL="914400" algn="l" rtl="0" fontAlgn="base">
      <a:spcBef>
        <a:spcPct val="50000"/>
      </a:spcBef>
      <a:spcAft>
        <a:spcPct val="0"/>
      </a:spcAft>
      <a:defRPr sz="1600" kern="1200">
        <a:solidFill>
          <a:schemeClr val="tx1"/>
        </a:solidFill>
        <a:latin typeface="Arial" pitchFamily="34" charset="0"/>
        <a:ea typeface="ＭＳ Ｐゴシック" pitchFamily="-80" charset="-128"/>
        <a:cs typeface="+mn-cs"/>
      </a:defRPr>
    </a:lvl3pPr>
    <a:lvl4pPr marL="1371600" algn="l" rtl="0" fontAlgn="base">
      <a:spcBef>
        <a:spcPct val="50000"/>
      </a:spcBef>
      <a:spcAft>
        <a:spcPct val="0"/>
      </a:spcAft>
      <a:defRPr sz="1600" kern="1200">
        <a:solidFill>
          <a:schemeClr val="tx1"/>
        </a:solidFill>
        <a:latin typeface="Arial" pitchFamily="34" charset="0"/>
        <a:ea typeface="ＭＳ Ｐゴシック" pitchFamily="-80" charset="-128"/>
        <a:cs typeface="+mn-cs"/>
      </a:defRPr>
    </a:lvl4pPr>
    <a:lvl5pPr marL="1828800" algn="l" rtl="0" fontAlgn="base">
      <a:spcBef>
        <a:spcPct val="50000"/>
      </a:spcBef>
      <a:spcAft>
        <a:spcPct val="0"/>
      </a:spcAft>
      <a:defRPr sz="1600" kern="1200">
        <a:solidFill>
          <a:schemeClr val="tx1"/>
        </a:solidFill>
        <a:latin typeface="Arial" pitchFamily="34" charset="0"/>
        <a:ea typeface="ＭＳ Ｐゴシック" pitchFamily="-80" charset="-128"/>
        <a:cs typeface="+mn-cs"/>
      </a:defRPr>
    </a:lvl5pPr>
    <a:lvl6pPr marL="2286000" algn="l" defTabSz="914400" rtl="0" eaLnBrk="1" latinLnBrk="0" hangingPunct="1">
      <a:defRPr sz="1600" kern="1200">
        <a:solidFill>
          <a:schemeClr val="tx1"/>
        </a:solidFill>
        <a:latin typeface="Arial" pitchFamily="34" charset="0"/>
        <a:ea typeface="ＭＳ Ｐゴシック" pitchFamily="-80" charset="-128"/>
        <a:cs typeface="+mn-cs"/>
      </a:defRPr>
    </a:lvl6pPr>
    <a:lvl7pPr marL="2743200" algn="l" defTabSz="914400" rtl="0" eaLnBrk="1" latinLnBrk="0" hangingPunct="1">
      <a:defRPr sz="1600" kern="1200">
        <a:solidFill>
          <a:schemeClr val="tx1"/>
        </a:solidFill>
        <a:latin typeface="Arial" pitchFamily="34" charset="0"/>
        <a:ea typeface="ＭＳ Ｐゴシック" pitchFamily="-80" charset="-128"/>
        <a:cs typeface="+mn-cs"/>
      </a:defRPr>
    </a:lvl7pPr>
    <a:lvl8pPr marL="3200400" algn="l" defTabSz="914400" rtl="0" eaLnBrk="1" latinLnBrk="0" hangingPunct="1">
      <a:defRPr sz="1600" kern="1200">
        <a:solidFill>
          <a:schemeClr val="tx1"/>
        </a:solidFill>
        <a:latin typeface="Arial" pitchFamily="34" charset="0"/>
        <a:ea typeface="ＭＳ Ｐゴシック" pitchFamily="-80" charset="-128"/>
        <a:cs typeface="+mn-cs"/>
      </a:defRPr>
    </a:lvl8pPr>
    <a:lvl9pPr marL="3657600" algn="l" defTabSz="914400" rtl="0" eaLnBrk="1" latinLnBrk="0" hangingPunct="1">
      <a:defRPr sz="1600" kern="1200">
        <a:solidFill>
          <a:schemeClr val="tx1"/>
        </a:solidFill>
        <a:latin typeface="Arial" pitchFamily="34" charset="0"/>
        <a:ea typeface="ＭＳ Ｐゴシック" pitchFamily="-80"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990000"/>
    <a:srgbClr val="000000"/>
    <a:srgbClr val="FFCC00"/>
    <a:srgbClr val="FF6600"/>
    <a:srgbClr val="FF0000"/>
    <a:srgbClr val="FF0099"/>
    <a:srgbClr val="CC3399"/>
    <a:srgbClr val="660066"/>
    <a:srgbClr val="66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5" autoAdjust="0"/>
    <p:restoredTop sz="81797" autoAdjust="0"/>
  </p:normalViewPr>
  <p:slideViewPr>
    <p:cSldViewPr showGuides="1">
      <p:cViewPr varScale="1">
        <p:scale>
          <a:sx n="60" d="100"/>
          <a:sy n="60" d="100"/>
        </p:scale>
        <p:origin x="1327" y="60"/>
      </p:cViewPr>
      <p:guideLst/>
    </p:cSldViewPr>
  </p:slideViewPr>
  <p:notesTextViewPr>
    <p:cViewPr>
      <p:scale>
        <a:sx n="100" d="100"/>
        <a:sy n="100" d="100"/>
      </p:scale>
      <p:origin x="0" y="0"/>
    </p:cViewPr>
  </p:notesTextViewPr>
  <p:notesViewPr>
    <p:cSldViewPr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spcBef>
                <a:spcPct val="0"/>
              </a:spcBef>
              <a:defRPr sz="1200"/>
            </a:lvl1pPr>
          </a:lstStyle>
          <a:p>
            <a:endParaRPr lang="en-GB" dirty="0">
              <a:latin typeface="Arial" panose="020B0604020202020204" pitchFamily="34" charset="0"/>
            </a:endParaRPr>
          </a:p>
        </p:txBody>
      </p:sp>
      <p:sp>
        <p:nvSpPr>
          <p:cNvPr id="6349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lvl1pPr>
          </a:lstStyle>
          <a:p>
            <a:fld id="{9F1F7C4A-2B31-4E5D-9C10-7A0E4B6D2F88}" type="datetime1">
              <a:rPr lang="en-GB"/>
              <a:t>24/09/2026</a:t>
            </a:fld>
            <a:endParaRPr lang="en-GB"/>
          </a:p>
        </p:txBody>
      </p:sp>
      <p:sp>
        <p:nvSpPr>
          <p:cNvPr id="6349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spcBef>
                <a:spcPct val="0"/>
              </a:spcBef>
              <a:defRPr sz="1200"/>
            </a:lvl1pPr>
          </a:lstStyle>
          <a:p>
            <a:endParaRPr lang="en-GB" dirty="0">
              <a:latin typeface="Arial" panose="020B0604020202020204" pitchFamily="34" charset="0"/>
            </a:endParaRPr>
          </a:p>
        </p:txBody>
      </p:sp>
      <p:sp>
        <p:nvSpPr>
          <p:cNvPr id="6349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spcBef>
                <a:spcPct val="0"/>
              </a:spcBef>
              <a:defRPr sz="1200"/>
            </a:lvl1pPr>
          </a:lstStyle>
          <a:p>
            <a:fld id="{491ECFBD-4A0D-4BCF-98A8-E205F44719BF}" type="slidenum">
              <a:rPr lang="en-GB" smtClean="0">
                <a:latin typeface="Arial" panose="020B0604020202020204" pitchFamily="34" charset="0"/>
              </a:rPr>
              <a:pPr/>
              <a:t>‹#›</a:t>
            </a:fld>
            <a:endParaRPr lang="en-GB" dirty="0">
              <a:latin typeface="Arial" panose="020B0604020202020204" pitchFamily="34" charset="0"/>
            </a:endParaRPr>
          </a:p>
        </p:txBody>
      </p:sp>
    </p:spTree>
    <p:extLst>
      <p:ext uri="{BB962C8B-B14F-4D97-AF65-F5344CB8AC3E}">
        <p14:creationId xmlns:p14="http://schemas.microsoft.com/office/powerpoint/2010/main" val="13728099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spcBef>
                <a:spcPct val="0"/>
              </a:spcBef>
              <a:defRPr sz="1200">
                <a:latin typeface="Arial" panose="020B0604020202020204" pitchFamily="34" charset="0"/>
              </a:defRPr>
            </a:lvl1pPr>
          </a:lstStyle>
          <a:p>
            <a:endParaRPr lang="en-GB" dirty="0"/>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latin typeface="Arial" panose="020B0604020202020204" pitchFamily="34" charset="0"/>
              </a:defRPr>
            </a:lvl1pPr>
          </a:lstStyle>
          <a:p>
            <a:fld id="{9F1F7C4A-2B31-4E5D-9C10-7A0E4B6D2F88}" type="datetime1">
              <a:rPr lang="en-GB"/>
              <a:t>24/09/2026</a:t>
            </a:fld>
            <a:endParaRPr lang="en-GB"/>
          </a:p>
        </p:txBody>
      </p:sp>
      <p:sp>
        <p:nvSpPr>
          <p:cNvPr id="3076"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dirty="0" err="1"/>
              <a:t>Click to edit Master text styles</a:t>
            </a:r>
            <a:endParaRPr lang="en-GB" dirty="0"/>
          </a:p>
          <a:p>
            <a:pPr lvl="1"/>
            <a:r>
              <a:rPr lang="en-GB" dirty="0"/>
              <a:t>Second level</a:t>
            </a:r>
            <a:endParaRPr lang="en-GB" dirty="0"/>
          </a:p>
          <a:p>
            <a:pPr lvl="2"/>
            <a:r>
              <a:rPr lang="en-GB" dirty="0"/>
              <a:t>Third level</a:t>
            </a:r>
            <a:endParaRPr lang="en-GB" dirty="0"/>
          </a:p>
          <a:p>
            <a:pPr lvl="3"/>
            <a:r>
              <a:rPr lang="en-GB" dirty="0" err="1"/>
              <a:t>Fourth level</a:t>
            </a:r>
            <a:endParaRPr lang="en-GB" dirty="0"/>
          </a:p>
          <a:p>
            <a:pPr lvl="4"/>
            <a:r>
              <a:rPr lang="en-GB" dirty="0"/>
              <a:t>Fifth level</a:t>
            </a:r>
            <a:endParaRPr lang="en-GB" dirty="0"/>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0" hangingPunct="0">
              <a:spcBef>
                <a:spcPct val="0"/>
              </a:spcBef>
              <a:defRPr sz="1200">
                <a:latin typeface="Arial" panose="020B0604020202020204" pitchFamily="34" charset="0"/>
              </a:defRPr>
            </a:lvl1pPr>
          </a:lstStyle>
          <a:p>
            <a:endParaRPr lang="en-GB" dirty="0"/>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0" hangingPunct="0">
              <a:spcBef>
                <a:spcPct val="0"/>
              </a:spcBef>
              <a:defRPr sz="1200">
                <a:latin typeface="Arial" panose="020B0604020202020204" pitchFamily="34" charset="0"/>
              </a:defRPr>
            </a:lvl1pPr>
          </a:lstStyle>
          <a:p>
            <a:fld id="{C734BB09-483B-4C4B-A5A4-C02A22055B01}" type="slidenum">
              <a:rPr lang="en-GB" smtClean="0"/>
              <a:pPr/>
              <a:t>‹#›</a:t>
            </a:fld>
            <a:endParaRPr lang="en-GB" dirty="0"/>
          </a:p>
        </p:txBody>
      </p:sp>
    </p:spTree>
    <p:extLst>
      <p:ext uri="{BB962C8B-B14F-4D97-AF65-F5344CB8AC3E}">
        <p14:creationId xmlns:p14="http://schemas.microsoft.com/office/powerpoint/2010/main" val="127783607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test as RQ1: the model searches, DFT checks. Two differences. The models are the OMol25 models, trained on all of Transition1x relabelled unrestricted. And the check is done on the unrestricted surface, because that is the surface the labels came from.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reactions are chosen so that the two surfaces differ for some of them and not for others. Nobody has an unrestricted reference for these transition states, and building one would answer the question by hand.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models are not fine-tuned. They drive the same NEB machinery as the DFT reference, so what differs is the surface, not the search.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single point per structure, the same calculation OMol25 used for its labels, plus the stability analysis that tells whether a lower unrestricted solution exists. Nothing is moved.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restricted solution is stable the two surfaces are the same and the models are on home ground. Where it is unstable they are not. The results compare the two.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A">
    <p:bg>
      <p:bgPr>
        <a:solidFill>
          <a:schemeClr val="accent1"/>
        </a:solidFill>
        <a:effectLst/>
      </p:bgPr>
    </p:bg>
    <p:spTree>
      <p:nvGrpSpPr>
        <p:cNvPr id="1" name=""/>
        <p:cNvGrpSpPr/>
        <p:nvPr/>
      </p:nvGrpSpPr>
      <p:grpSpPr>
        <a:xfrm>
          <a:off x="0" y="0"/>
          <a:ext cx="0" cy="0"/>
          <a:chOff x="0" y="0"/>
          <a:chExt cx="0" cy="0"/>
        </a:xfrm>
      </p:grpSpPr>
      <p:sp>
        <p:nvSpPr>
          <p:cNvPr id="2" name="Background"/>
          <p:cNvSpPr/>
          <p:nvPr userDrawn="1"/>
        </p:nvSpPr>
        <p:spPr bwMode="auto">
          <a:xfrm>
            <a:off x="0" y="0"/>
            <a:ext cx="0" cy="0"/>
          </a:xfrm>
          <a:prstGeom prst="rect">
            <a:avLst/>
          </a:prstGeom>
          <a:solidFill>
            <a:srgbClr val="030F4F"/>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11" name="Logo white">
            <a:extLst>
              <a:ext uri="{FF2B5EF4-FFF2-40B4-BE49-F238E27FC236}">
                <a16:creationId xmlns:a16="http://schemas.microsoft.com/office/drawing/2014/main" id="{275A6477-FE3A-4D40-B1FE-E46C11E344A5}"/>
              </a:ext>
            </a:extLst>
          </p:cNvPr>
          <p:cNvSpPr>
            <a:spLocks noChangeAspect="1"/>
          </p:cNvSpPr>
          <p:nvPr userDrawn="1">
            <p:custDataLst>
              <p:tags r:id="rId1"/>
            </p:custDataLst>
          </p:nvPr>
        </p:nvSpPr>
        <p:spPr bwMode="auto">
          <a:xfrm>
            <a:off x="252000" y="252000"/>
            <a:ext cx="419611"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114690" name="Rectangle 2"/>
          <p:cNvSpPr>
            <a:spLocks noGrp="1" noChangeArrowheads="1"/>
          </p:cNvSpPr>
          <p:nvPr>
            <p:ph type="ctrTitle"/>
          </p:nvPr>
        </p:nvSpPr>
        <p:spPr>
          <a:xfrm>
            <a:off x="249859" y="3545117"/>
            <a:ext cx="10840028" cy="2706458"/>
          </a:xfrm>
        </p:spPr>
        <p:txBody>
          <a:bodyPr anchor="t" anchorCtr="0"/>
          <a:lstStyle>
            <a:lvl1pPr>
              <a:lnSpc>
                <a:spcPct val="93000"/>
              </a:lnSpc>
              <a:defRPr sz="8000">
                <a:solidFill>
                  <a:schemeClr val="bg1"/>
                </a:solidFill>
              </a:defRPr>
            </a:lvl1pPr>
          </a:lstStyle>
          <a:p>
            <a:pPr lvl="0"/>
            <a:r>
              <a:rPr lang="en-GB" noProof="0"/>
              <a:t>Click to edit Master title style</a:t>
            </a:r>
            <a:endParaRPr lang="en-GB" noProof="0" dirty="0"/>
          </a:p>
        </p:txBody>
      </p:sp>
      <p:sp>
        <p:nvSpPr>
          <p:cNvPr id="114691" name="Rectangle 3"/>
          <p:cNvSpPr>
            <a:spLocks noGrp="1" noChangeArrowheads="1"/>
          </p:cNvSpPr>
          <p:nvPr>
            <p:ph type="subTitle" idx="1"/>
          </p:nvPr>
        </p:nvSpPr>
        <p:spPr>
          <a:xfrm>
            <a:off x="247072" y="1704975"/>
            <a:ext cx="10840028" cy="1660654"/>
          </a:xfrm>
        </p:spPr>
        <p:txBody>
          <a:bodyPr anchor="b" anchorCtr="0"/>
          <a:lstStyle>
            <a:lvl1pPr marL="0" indent="0">
              <a:lnSpc>
                <a:spcPct val="110000"/>
              </a:lnSpc>
              <a:spcBef>
                <a:spcPts val="0"/>
              </a:spcBef>
              <a:buFontTx/>
              <a:buNone/>
              <a:defRPr sz="3000">
                <a:solidFill>
                  <a:schemeClr val="bg1"/>
                </a:solidFill>
              </a:defRPr>
            </a:lvl1pPr>
          </a:lstStyle>
          <a:p>
            <a:pPr lvl="0"/>
            <a:r>
              <a:rPr lang="en-GB" noProof="0"/>
              <a:t>Click to edit Master subtitle style</a:t>
            </a:r>
            <a:endParaRPr lang="en-GB" noProof="0" dirty="0"/>
          </a:p>
        </p:txBody>
      </p:sp>
      <p:sp>
        <p:nvSpPr>
          <p:cNvPr id="6" name="Date Placeholder 5">
            <a:extLst>
              <a:ext uri="{FF2B5EF4-FFF2-40B4-BE49-F238E27FC236}">
                <a16:creationId xmlns:a16="http://schemas.microsoft.com/office/drawing/2014/main" id="{E58E75EC-EF76-589D-0066-5EFD32568BC1}"/>
              </a:ext>
            </a:extLst>
          </p:cNvPr>
          <p:cNvSpPr>
            <a:spLocks noGrp="1"/>
          </p:cNvSpPr>
          <p:nvPr>
            <p:ph type="dt" sz="half" idx="10"/>
          </p:nvPr>
        </p:nvSpPr>
        <p:spPr/>
        <p:txBody>
          <a:bodyPr/>
          <a:lstStyle/>
          <a:p>
            <a:fld id="{9F1F7C4A-2B31-4E5D-9C10-7A0E4B6D2F88}" type="datetime1">
              <a:rPr lang="en-GB"/>
              <a:t>24/09/2026</a:t>
            </a:fld>
            <a:endParaRPr lang="en-GB"/>
          </a:p>
        </p:txBody>
      </p:sp>
      <p:sp>
        <p:nvSpPr>
          <p:cNvPr id="8" name="Slide Number Placeholder 7">
            <a:extLst>
              <a:ext uri="{FF2B5EF4-FFF2-40B4-BE49-F238E27FC236}">
                <a16:creationId xmlns:a16="http://schemas.microsoft.com/office/drawing/2014/main" id="{4CB2228E-DECD-A1FF-31EB-394A357969E2}"/>
              </a:ext>
            </a:extLst>
          </p:cNvPr>
          <p:cNvSpPr>
            <a:spLocks noGrp="1"/>
          </p:cNvSpPr>
          <p:nvPr>
            <p:ph type="sldNum" sz="quarter" idx="12"/>
          </p:nvPr>
        </p:nvSpPr>
        <p:spPr/>
        <p:txBody>
          <a:body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32272145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userDrawn="1">
          <p15:clr>
            <a:srgbClr val="F26B43"/>
          </p15:clr>
        </p15:guide>
        <p15:guide id="2" pos="6984" userDrawn="1">
          <p15:clr>
            <a:srgbClr val="F26B43"/>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B">
    <p:bg>
      <p:bgRef idx="1001">
        <a:schemeClr val="bg1"/>
      </p:bgRef>
    </p:bg>
    <p:spTree>
      <p:nvGrpSpPr>
        <p:cNvPr id="1" name=""/>
        <p:cNvGrpSpPr/>
        <p:nvPr/>
      </p:nvGrpSpPr>
      <p:grpSpPr>
        <a:xfrm>
          <a:off x="0" y="0"/>
          <a:ext cx="0" cy="0"/>
          <a:chOff x="0" y="0"/>
          <a:chExt cx="0" cy="0"/>
        </a:xfrm>
      </p:grpSpPr>
      <p:sp>
        <p:nvSpPr>
          <p:cNvPr id="114690" name="Rectangle 2"/>
          <p:cNvSpPr>
            <a:spLocks noGrp="1" noChangeArrowheads="1"/>
          </p:cNvSpPr>
          <p:nvPr>
            <p:ph type="ctrTitle"/>
          </p:nvPr>
        </p:nvSpPr>
        <p:spPr>
          <a:xfrm>
            <a:off x="249859" y="3545117"/>
            <a:ext cx="10840028" cy="2706458"/>
          </a:xfrm>
        </p:spPr>
        <p:txBody>
          <a:bodyPr anchor="t" anchorCtr="0"/>
          <a:lstStyle>
            <a:lvl1pPr>
              <a:lnSpc>
                <a:spcPct val="93000"/>
              </a:lnSpc>
              <a:defRPr sz="8000">
                <a:solidFill>
                  <a:schemeClr val="tx1"/>
                </a:solidFill>
              </a:defRPr>
            </a:lvl1pPr>
          </a:lstStyle>
          <a:p>
            <a:pPr lvl="0"/>
            <a:r>
              <a:rPr lang="en-GB" noProof="0"/>
              <a:t>Click to edit Master title style</a:t>
            </a:r>
            <a:endParaRPr lang="en-GB" noProof="0" dirty="0"/>
          </a:p>
        </p:txBody>
      </p:sp>
      <p:sp>
        <p:nvSpPr>
          <p:cNvPr id="114691" name="Rectangle 3"/>
          <p:cNvSpPr>
            <a:spLocks noGrp="1" noChangeArrowheads="1"/>
          </p:cNvSpPr>
          <p:nvPr>
            <p:ph type="subTitle" idx="1"/>
          </p:nvPr>
        </p:nvSpPr>
        <p:spPr>
          <a:xfrm>
            <a:off x="247072" y="1704975"/>
            <a:ext cx="10840028" cy="1660654"/>
          </a:xfrm>
        </p:spPr>
        <p:txBody>
          <a:bodyPr anchor="b" anchorCtr="0"/>
          <a:lstStyle>
            <a:lvl1pPr marL="0" indent="0">
              <a:lnSpc>
                <a:spcPct val="110000"/>
              </a:lnSpc>
              <a:spcBef>
                <a:spcPts val="0"/>
              </a:spcBef>
              <a:buFontTx/>
              <a:buNone/>
              <a:defRPr sz="3000">
                <a:solidFill>
                  <a:schemeClr val="tx1"/>
                </a:solidFill>
              </a:defRPr>
            </a:lvl1pPr>
          </a:lstStyle>
          <a:p>
            <a:pPr lvl="0"/>
            <a:r>
              <a:rPr lang="en-GB" noProof="0"/>
              <a:t>Click to edit Master subtitle style</a:t>
            </a:r>
            <a:endParaRPr lang="en-GB" noProof="0" dirty="0"/>
          </a:p>
        </p:txBody>
      </p:sp>
      <p:sp>
        <p:nvSpPr>
          <p:cNvPr id="5" name="Date Placeholder 4">
            <a:extLst>
              <a:ext uri="{FF2B5EF4-FFF2-40B4-BE49-F238E27FC236}">
                <a16:creationId xmlns:a16="http://schemas.microsoft.com/office/drawing/2014/main" id="{9C26E83F-35F3-7C0A-C83E-AFDCA346710E}"/>
              </a:ext>
            </a:extLst>
          </p:cNvPr>
          <p:cNvSpPr>
            <a:spLocks noGrp="1"/>
          </p:cNvSpPr>
          <p:nvPr>
            <p:ph type="dt" sz="half" idx="10"/>
          </p:nvPr>
        </p:nvSpPr>
        <p:spPr/>
        <p:txBody>
          <a:bodyPr/>
          <a:lstStyle/>
          <a:p>
            <a:fld id="{9F1F7C4A-2B31-4E5D-9C10-7A0E4B6D2F88}" type="datetime1">
              <a:rPr lang="en-GB"/>
              <a:t>24/09/2026</a:t>
            </a:fld>
            <a:endParaRPr lang="en-GB"/>
          </a:p>
        </p:txBody>
      </p:sp>
      <p:sp>
        <p:nvSpPr>
          <p:cNvPr id="7" name="Slide Number Placeholder 6">
            <a:extLst>
              <a:ext uri="{FF2B5EF4-FFF2-40B4-BE49-F238E27FC236}">
                <a16:creationId xmlns:a16="http://schemas.microsoft.com/office/drawing/2014/main" id="{C812648B-3179-ABFE-F3AA-427613837574}"/>
              </a:ext>
            </a:extLst>
          </p:cNvPr>
          <p:cNvSpPr>
            <a:spLocks noGrp="1"/>
          </p:cNvSpPr>
          <p:nvPr>
            <p:ph type="sldNum" sz="quarter" idx="12"/>
          </p:nvPr>
        </p:nvSpPr>
        <p:spPr/>
        <p:txBody>
          <a:body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122591931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userDrawn="1">
          <p15:clr>
            <a:srgbClr val="F26B43"/>
          </p15:clr>
        </p15:guide>
        <p15:guide id="2" pos="6984" userDrawn="1">
          <p15:clr>
            <a:srgbClr val="F26B43"/>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8A0E3C-0CE1-4BBF-A912-5A81BF3B7BCA}"/>
              </a:ext>
            </a:extLst>
          </p:cNvPr>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a:xfrm>
            <a:off x="1774800" y="1706400"/>
            <a:ext cx="9312374" cy="454557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0" name="Date Placeholder 9">
            <a:extLst>
              <a:ext uri="{FF2B5EF4-FFF2-40B4-BE49-F238E27FC236}">
                <a16:creationId xmlns:a16="http://schemas.microsoft.com/office/drawing/2014/main" id="{209954EC-B8D9-8075-FC9F-D3764E46CED4}"/>
              </a:ext>
            </a:extLst>
          </p:cNvPr>
          <p:cNvSpPr>
            <a:spLocks noGrp="1"/>
          </p:cNvSpPr>
          <p:nvPr>
            <p:ph type="dt" sz="half" idx="10"/>
          </p:nvPr>
        </p:nvSpPr>
        <p:spPr/>
        <p:txBody>
          <a:bodyPr/>
          <a:lstStyle/>
          <a:p>
            <a:fld id="{9F1F7C4A-2B31-4E5D-9C10-7A0E4B6D2F88}" type="datetime1">
              <a:rPr lang="en-GB"/>
              <a:t>24/09/2026</a:t>
            </a:fld>
            <a:endParaRPr lang="en-GB"/>
          </a:p>
        </p:txBody>
      </p:sp>
      <p:sp>
        <p:nvSpPr>
          <p:cNvPr id="12" name="Slide Number Placeholder 11">
            <a:extLst>
              <a:ext uri="{FF2B5EF4-FFF2-40B4-BE49-F238E27FC236}">
                <a16:creationId xmlns:a16="http://schemas.microsoft.com/office/drawing/2014/main" id="{48AD440C-0797-9C1A-F3D9-3529DA26E350}"/>
              </a:ext>
            </a:extLst>
          </p:cNvPr>
          <p:cNvSpPr>
            <a:spLocks noGrp="1"/>
          </p:cNvSpPr>
          <p:nvPr>
            <p:ph type="sldNum" sz="quarter" idx="12"/>
          </p:nvPr>
        </p:nvSpPr>
        <p:spPr/>
        <p:txBody>
          <a:body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1187774059"/>
      </p:ext>
    </p:extLst>
  </p:cSld>
  <p:clrMapOvr>
    <a:masterClrMapping/>
  </p:clrMapOvr>
  <p:extLst>
    <p:ext uri="{DCECCB84-F9BA-43D5-87BE-67443E8EF086}">
      <p15:sldGuideLst xmlns:p15="http://schemas.microsoft.com/office/powerpoint/2012/main">
        <p15:guide id="1" pos="6984" userDrawn="1">
          <p15:clr>
            <a:srgbClr val="F26B43"/>
          </p15:clr>
        </p15:guide>
        <p15:guide id="2" pos="1117" userDrawn="1">
          <p15:clr>
            <a:srgbClr val="F26B43"/>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EB1D5E1-0C4E-4A74-BE37-26307F7E2821}"/>
              </a:ext>
            </a:extLst>
          </p:cNvPr>
          <p:cNvSpPr>
            <a:spLocks noGrp="1"/>
          </p:cNvSpPr>
          <p:nvPr>
            <p:ph type="title"/>
          </p:nvPr>
        </p:nvSpPr>
        <p:spPr>
          <a:xfrm>
            <a:off x="1774726" y="426127"/>
            <a:ext cx="9312374" cy="972716"/>
          </a:xfrm>
        </p:spPr>
        <p:txBody>
          <a:bodyPr/>
          <a:lstStyle/>
          <a:p>
            <a:r>
              <a:rPr lang="en-GB"/>
              <a:t>Click to edit Master title style</a:t>
            </a:r>
            <a:endParaRPr lang="en-GB" dirty="0"/>
          </a:p>
        </p:txBody>
      </p:sp>
      <p:sp>
        <p:nvSpPr>
          <p:cNvPr id="3" name="Content Placeholder 2"/>
          <p:cNvSpPr>
            <a:spLocks noGrp="1"/>
          </p:cNvSpPr>
          <p:nvPr>
            <p:ph sz="half" idx="1"/>
          </p:nvPr>
        </p:nvSpPr>
        <p:spPr>
          <a:xfrm>
            <a:off x="1774800" y="1706399"/>
            <a:ext cx="4410177" cy="45468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678001" y="1706399"/>
            <a:ext cx="4409100" cy="45468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Slide Number Placeholder 7">
            <a:extLst>
              <a:ext uri="{FF2B5EF4-FFF2-40B4-BE49-F238E27FC236}">
                <a16:creationId xmlns:a16="http://schemas.microsoft.com/office/drawing/2014/main" id="{E3EE7F0E-E606-41AC-BBBF-B5AECB1112EB}"/>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2" name="Date Placeholder 1">
            <a:extLst>
              <a:ext uri="{FF2B5EF4-FFF2-40B4-BE49-F238E27FC236}">
                <a16:creationId xmlns:a16="http://schemas.microsoft.com/office/drawing/2014/main" id="{13775E03-BE23-9277-8686-60549E4E73BE}"/>
              </a:ext>
            </a:extLst>
          </p:cNvPr>
          <p:cNvSpPr>
            <a:spLocks noGrp="1"/>
          </p:cNvSpPr>
          <p:nvPr>
            <p:ph type="dt" sz="half" idx="12"/>
          </p:nvPr>
        </p:nvSpPr>
        <p:spPr/>
        <p:txBody>
          <a:bodyPr/>
          <a:lstStyle/>
          <a:p>
            <a:fld id="{9F1F7C4A-2B31-4E5D-9C10-7A0E4B6D2F88}" type="datetime1">
              <a:rPr lang="en-GB"/>
              <a:t>24/09/2026</a:t>
            </a:fld>
            <a:endParaRPr lang="en-GB"/>
          </a:p>
        </p:txBody>
      </p:sp>
    </p:spTree>
    <p:extLst>
      <p:ext uri="{BB962C8B-B14F-4D97-AF65-F5344CB8AC3E}">
        <p14:creationId xmlns:p14="http://schemas.microsoft.com/office/powerpoint/2010/main" val="2945711255"/>
      </p:ext>
    </p:extLst>
  </p:cSld>
  <p:clrMapOvr>
    <a:masterClrMapping/>
  </p:clrMapOvr>
  <p:extLst>
    <p:ext uri="{DCECCB84-F9BA-43D5-87BE-67443E8EF086}">
      <p15:sldGuideLst xmlns:p15="http://schemas.microsoft.com/office/powerpoint/2012/main">
        <p15:guide id="1" pos="1118" userDrawn="1">
          <p15:clr>
            <a:srgbClr val="F26B43"/>
          </p15:clr>
        </p15:guide>
        <p15:guide id="2" pos="3896" userDrawn="1">
          <p15:clr>
            <a:srgbClr val="F26B43"/>
          </p15:clr>
        </p15:guide>
        <p15:guide id="3" pos="4205" userDrawn="1">
          <p15:clr>
            <a:srgbClr val="F26B43"/>
          </p15:clr>
        </p15:guide>
        <p15:guide id="4" pos="6984" userDrawn="1">
          <p15:clr>
            <a:srgbClr val="F26B43"/>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and two pictures">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0A2595F-A737-4D92-946C-EC0BBF885334}"/>
              </a:ext>
            </a:extLst>
          </p:cNvPr>
          <p:cNvSpPr>
            <a:spLocks noGrp="1"/>
          </p:cNvSpPr>
          <p:nvPr>
            <p:ph type="title"/>
          </p:nvPr>
        </p:nvSpPr>
        <p:spPr>
          <a:xfrm>
            <a:off x="1774726" y="426127"/>
            <a:ext cx="6048672" cy="972716"/>
          </a:xfrm>
        </p:spPr>
        <p:txBody>
          <a:bodyPr/>
          <a:lstStyle/>
          <a:p>
            <a:r>
              <a:rPr lang="en-GB"/>
              <a:t>Click to edit Master title style</a:t>
            </a:r>
            <a:endParaRPr lang="en-GB" dirty="0"/>
          </a:p>
        </p:txBody>
      </p:sp>
      <p:sp>
        <p:nvSpPr>
          <p:cNvPr id="3" name="Content Placeholder 2"/>
          <p:cNvSpPr>
            <a:spLocks noGrp="1"/>
          </p:cNvSpPr>
          <p:nvPr>
            <p:ph idx="1"/>
          </p:nvPr>
        </p:nvSpPr>
        <p:spPr>
          <a:xfrm>
            <a:off x="1774726" y="1706328"/>
            <a:ext cx="6048672" cy="454557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0" name="Picture Placeholder 9">
            <a:extLst>
              <a:ext uri="{FF2B5EF4-FFF2-40B4-BE49-F238E27FC236}">
                <a16:creationId xmlns:a16="http://schemas.microsoft.com/office/drawing/2014/main" id="{565D29D0-EA4F-4318-8A82-6C2B200A712B}"/>
              </a:ext>
            </a:extLst>
          </p:cNvPr>
          <p:cNvSpPr>
            <a:spLocks noGrp="1"/>
          </p:cNvSpPr>
          <p:nvPr>
            <p:ph type="pic" sz="quarter" idx="13" hasCustomPrompt="1"/>
          </p:nvPr>
        </p:nvSpPr>
        <p:spPr>
          <a:xfrm>
            <a:off x="8331213" y="849734"/>
            <a:ext cx="3859200" cy="2505600"/>
          </a:xfrm>
        </p:spPr>
        <p:txBody>
          <a:bodyPr/>
          <a:lstStyle>
            <a:lvl1pPr marL="0" indent="0" algn="ctr">
              <a:buNone/>
              <a:defRPr sz="1200"/>
            </a:lvl1pPr>
          </a:lstStyle>
          <a:p>
            <a:r>
              <a:rPr lang="en-GB" dirty="0"/>
              <a:t>Click the icon to insert a picture</a:t>
            </a:r>
          </a:p>
        </p:txBody>
      </p:sp>
      <p:sp>
        <p:nvSpPr>
          <p:cNvPr id="12" name="Picture Placeholder 11">
            <a:extLst>
              <a:ext uri="{FF2B5EF4-FFF2-40B4-BE49-F238E27FC236}">
                <a16:creationId xmlns:a16="http://schemas.microsoft.com/office/drawing/2014/main" id="{25B8511D-E10E-40C3-82A6-3DCDC97CF6C2}"/>
              </a:ext>
            </a:extLst>
          </p:cNvPr>
          <p:cNvSpPr>
            <a:spLocks noGrp="1"/>
          </p:cNvSpPr>
          <p:nvPr>
            <p:ph type="pic" sz="quarter" idx="14" hasCustomPrompt="1"/>
          </p:nvPr>
        </p:nvSpPr>
        <p:spPr>
          <a:xfrm>
            <a:off x="8331213" y="3563718"/>
            <a:ext cx="3859200" cy="2505600"/>
          </a:xfrm>
        </p:spPr>
        <p:txBody>
          <a:bodyPr/>
          <a:lstStyle>
            <a:lvl1pPr marL="0" indent="0" algn="ctr">
              <a:buNone/>
              <a:defRPr sz="1200"/>
            </a:lvl1pPr>
          </a:lstStyle>
          <a:p>
            <a:r>
              <a:rPr lang="en-GB" dirty="0"/>
              <a:t>Click the icon to insert a picture</a:t>
            </a:r>
          </a:p>
          <a:p>
            <a:endParaRPr lang="en-GB" dirty="0"/>
          </a:p>
        </p:txBody>
      </p:sp>
      <p:sp>
        <p:nvSpPr>
          <p:cNvPr id="6" name="Slide Number Placeholder 5">
            <a:extLst>
              <a:ext uri="{FF2B5EF4-FFF2-40B4-BE49-F238E27FC236}">
                <a16:creationId xmlns:a16="http://schemas.microsoft.com/office/drawing/2014/main" id="{21664EEF-2B63-484E-803A-4FCD66F243A5}"/>
              </a:ext>
            </a:extLst>
          </p:cNvPr>
          <p:cNvSpPr>
            <a:spLocks noGrp="1"/>
          </p:cNvSpPr>
          <p:nvPr>
            <p:ph type="sldNum" sz="quarter" idx="16"/>
          </p:nvPr>
        </p:nvSpPr>
        <p:spPr/>
        <p:txBody>
          <a:bodyPr/>
          <a:lstStyle/>
          <a:p>
            <a:fld id="{103EA872-A674-449B-A120-B97244F8E91D}" type="slidenum">
              <a:rPr lang="en-GB" smtClean="0"/>
              <a:pPr/>
              <a:t>‹#›</a:t>
            </a:fld>
            <a:endParaRPr lang="en-GB" dirty="0"/>
          </a:p>
        </p:txBody>
      </p:sp>
      <p:sp>
        <p:nvSpPr>
          <p:cNvPr id="4" name="Date Placeholder 3">
            <a:extLst>
              <a:ext uri="{FF2B5EF4-FFF2-40B4-BE49-F238E27FC236}">
                <a16:creationId xmlns:a16="http://schemas.microsoft.com/office/drawing/2014/main" id="{8906AB93-5959-29D5-C0C8-6B37FCF5F141}"/>
              </a:ext>
            </a:extLst>
          </p:cNvPr>
          <p:cNvSpPr>
            <a:spLocks noGrp="1"/>
          </p:cNvSpPr>
          <p:nvPr>
            <p:ph type="dt" sz="half" idx="17"/>
          </p:nvPr>
        </p:nvSpPr>
        <p:spPr/>
        <p:txBody>
          <a:bodyPr/>
          <a:lstStyle/>
          <a:p>
            <a:fld id="{9F1F7C4A-2B31-4E5D-9C10-7A0E4B6D2F88}" type="datetime1">
              <a:rPr lang="en-GB"/>
              <a:t>24/09/2026</a:t>
            </a:fld>
            <a:endParaRPr lang="en-GB"/>
          </a:p>
        </p:txBody>
      </p:sp>
    </p:spTree>
    <p:extLst>
      <p:ext uri="{BB962C8B-B14F-4D97-AF65-F5344CB8AC3E}">
        <p14:creationId xmlns:p14="http://schemas.microsoft.com/office/powerpoint/2010/main" val="3922670733"/>
      </p:ext>
    </p:extLst>
  </p:cSld>
  <p:clrMapOvr>
    <a:masterClrMapping/>
  </p:clrMapOvr>
  <p:extLst>
    <p:ext uri="{DCECCB84-F9BA-43D5-87BE-67443E8EF086}">
      <p15:sldGuideLst xmlns:p15="http://schemas.microsoft.com/office/powerpoint/2012/main">
        <p15:guide id="1" pos="4927" userDrawn="1">
          <p15:clr>
            <a:srgbClr val="F26B43"/>
          </p15:clr>
        </p15:guide>
        <p15:guide id="2" pos="5247" userDrawn="1">
          <p15:clr>
            <a:srgbClr val="F26B43"/>
          </p15:clr>
        </p15:guide>
        <p15:guide id="3" pos="1117" userDrawn="1">
          <p15:clr>
            <a:srgbClr val="F26B43"/>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pictures and tex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92213382-11A1-48CE-B0A0-D8A7D26861FB}"/>
              </a:ext>
            </a:extLst>
          </p:cNvPr>
          <p:cNvSpPr>
            <a:spLocks noGrp="1"/>
          </p:cNvSpPr>
          <p:nvPr>
            <p:ph type="title"/>
          </p:nvPr>
        </p:nvSpPr>
        <p:spPr>
          <a:xfrm>
            <a:off x="4221360" y="426127"/>
            <a:ext cx="6865740" cy="972716"/>
          </a:xfrm>
        </p:spPr>
        <p:txBody>
          <a:bodyPr/>
          <a:lstStyle/>
          <a:p>
            <a:r>
              <a:rPr lang="en-GB"/>
              <a:t>Click to edit Master title style</a:t>
            </a:r>
            <a:endParaRPr lang="en-GB" dirty="0"/>
          </a:p>
        </p:txBody>
      </p:sp>
      <p:sp>
        <p:nvSpPr>
          <p:cNvPr id="3" name="Content Placeholder 2"/>
          <p:cNvSpPr>
            <a:spLocks noGrp="1"/>
          </p:cNvSpPr>
          <p:nvPr>
            <p:ph idx="1"/>
          </p:nvPr>
        </p:nvSpPr>
        <p:spPr>
          <a:xfrm>
            <a:off x="4221360" y="1706328"/>
            <a:ext cx="6865740" cy="454557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0" name="Picture Placeholder 9">
            <a:extLst>
              <a:ext uri="{FF2B5EF4-FFF2-40B4-BE49-F238E27FC236}">
                <a16:creationId xmlns:a16="http://schemas.microsoft.com/office/drawing/2014/main" id="{565D29D0-EA4F-4318-8A82-6C2B200A712B}"/>
              </a:ext>
            </a:extLst>
          </p:cNvPr>
          <p:cNvSpPr>
            <a:spLocks noGrp="1"/>
          </p:cNvSpPr>
          <p:nvPr>
            <p:ph type="pic" sz="quarter" idx="13" hasCustomPrompt="1"/>
          </p:nvPr>
        </p:nvSpPr>
        <p:spPr>
          <a:xfrm>
            <a:off x="-1" y="1314523"/>
            <a:ext cx="3708000" cy="2455200"/>
          </a:xfrm>
        </p:spPr>
        <p:txBody>
          <a:bodyPr/>
          <a:lstStyle>
            <a:lvl1pPr marL="0" indent="0" algn="ctr">
              <a:buNone/>
              <a:defRPr sz="1200"/>
            </a:lvl1pPr>
          </a:lstStyle>
          <a:p>
            <a:r>
              <a:rPr lang="en-GB" dirty="0"/>
              <a:t>Click the icon to insert a picture</a:t>
            </a:r>
          </a:p>
        </p:txBody>
      </p:sp>
      <p:sp>
        <p:nvSpPr>
          <p:cNvPr id="12" name="Picture Placeholder 11">
            <a:extLst>
              <a:ext uri="{FF2B5EF4-FFF2-40B4-BE49-F238E27FC236}">
                <a16:creationId xmlns:a16="http://schemas.microsoft.com/office/drawing/2014/main" id="{25B8511D-E10E-40C3-82A6-3DCDC97CF6C2}"/>
              </a:ext>
            </a:extLst>
          </p:cNvPr>
          <p:cNvSpPr>
            <a:spLocks noGrp="1"/>
          </p:cNvSpPr>
          <p:nvPr>
            <p:ph type="pic" sz="quarter" idx="14" hasCustomPrompt="1"/>
          </p:nvPr>
        </p:nvSpPr>
        <p:spPr>
          <a:xfrm>
            <a:off x="-1" y="3968153"/>
            <a:ext cx="3708000" cy="2455200"/>
          </a:xfrm>
        </p:spPr>
        <p:txBody>
          <a:bodyPr/>
          <a:lstStyle>
            <a:lvl1pPr marL="0" indent="0" algn="ctr">
              <a:buNone/>
              <a:defRPr sz="1200"/>
            </a:lvl1pPr>
          </a:lstStyle>
          <a:p>
            <a:r>
              <a:rPr lang="en-GB" dirty="0"/>
              <a:t>Click the icon to insert a picture</a:t>
            </a:r>
          </a:p>
          <a:p>
            <a:endParaRPr lang="en-GB" dirty="0"/>
          </a:p>
        </p:txBody>
      </p:sp>
      <p:sp>
        <p:nvSpPr>
          <p:cNvPr id="6" name="Slide Number Placeholder 5">
            <a:extLst>
              <a:ext uri="{FF2B5EF4-FFF2-40B4-BE49-F238E27FC236}">
                <a16:creationId xmlns:a16="http://schemas.microsoft.com/office/drawing/2014/main" id="{3B25D0DC-E43F-43DA-AA0F-C0C54C8939F7}"/>
              </a:ext>
            </a:extLst>
          </p:cNvPr>
          <p:cNvSpPr>
            <a:spLocks noGrp="1"/>
          </p:cNvSpPr>
          <p:nvPr>
            <p:ph type="sldNum" sz="quarter" idx="16"/>
          </p:nvPr>
        </p:nvSpPr>
        <p:spPr/>
        <p:txBody>
          <a:bodyPr/>
          <a:lstStyle/>
          <a:p>
            <a:fld id="{103EA872-A674-449B-A120-B97244F8E91D}" type="slidenum">
              <a:rPr lang="en-GB" smtClean="0"/>
              <a:pPr/>
              <a:t>‹#›</a:t>
            </a:fld>
            <a:endParaRPr lang="en-GB" dirty="0"/>
          </a:p>
        </p:txBody>
      </p:sp>
      <p:sp>
        <p:nvSpPr>
          <p:cNvPr id="4" name="Date Placeholder 3">
            <a:extLst>
              <a:ext uri="{FF2B5EF4-FFF2-40B4-BE49-F238E27FC236}">
                <a16:creationId xmlns:a16="http://schemas.microsoft.com/office/drawing/2014/main" id="{77445D79-EFF9-98D6-B066-40CEED6C2E2A}"/>
              </a:ext>
            </a:extLst>
          </p:cNvPr>
          <p:cNvSpPr>
            <a:spLocks noGrp="1"/>
          </p:cNvSpPr>
          <p:nvPr>
            <p:ph type="dt" sz="half" idx="17"/>
          </p:nvPr>
        </p:nvSpPr>
        <p:spPr/>
        <p:txBody>
          <a:bodyPr/>
          <a:lstStyle/>
          <a:p>
            <a:fld id="{9F1F7C4A-2B31-4E5D-9C10-7A0E4B6D2F88}" type="datetime1">
              <a:rPr lang="en-GB"/>
              <a:t>24/09/2026</a:t>
            </a:fld>
            <a:endParaRPr lang="en-GB"/>
          </a:p>
        </p:txBody>
      </p:sp>
    </p:spTree>
    <p:extLst>
      <p:ext uri="{BB962C8B-B14F-4D97-AF65-F5344CB8AC3E}">
        <p14:creationId xmlns:p14="http://schemas.microsoft.com/office/powerpoint/2010/main" val="1283562364"/>
      </p:ext>
    </p:extLst>
  </p:cSld>
  <p:clrMapOvr>
    <a:masterClrMapping/>
  </p:clrMapOvr>
  <p:extLst>
    <p:ext uri="{DCECCB84-F9BA-43D5-87BE-67443E8EF086}">
      <p15:sldGuideLst xmlns:p15="http://schemas.microsoft.com/office/powerpoint/2012/main">
        <p15:guide id="1" pos="6984" userDrawn="1">
          <p15:clr>
            <a:srgbClr val="F26B43"/>
          </p15:clr>
        </p15:guide>
        <p15:guide id="2" pos="2660" userDrawn="1">
          <p15:clr>
            <a:srgbClr val="F26B43"/>
          </p15:clr>
        </p15:guide>
        <p15:guide id="3" pos="2335" userDrawn="1">
          <p15:clr>
            <a:srgbClr val="F26B43"/>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53C3-F3F7-4638-96F8-7CF20CB55E0C}"/>
              </a:ext>
            </a:extLst>
          </p:cNvPr>
          <p:cNvSpPr>
            <a:spLocks noGrp="1"/>
          </p:cNvSpPr>
          <p:nvPr>
            <p:ph type="title" hasCustomPrompt="1"/>
          </p:nvPr>
        </p:nvSpPr>
        <p:spPr>
          <a:xfrm>
            <a:off x="247650" y="980727"/>
            <a:ext cx="3740400" cy="418115"/>
          </a:xfrm>
        </p:spPr>
        <p:txBody>
          <a:bodyPr/>
          <a:lstStyle>
            <a:lvl1pPr>
              <a:defRPr sz="2400"/>
            </a:lvl1pPr>
          </a:lstStyle>
          <a:p>
            <a:r>
              <a:rPr lang="en-GB"/>
              <a:t>Click to add title one line</a:t>
            </a:r>
            <a:endParaRPr lang="en-GB" dirty="0"/>
          </a:p>
        </p:txBody>
      </p:sp>
      <p:sp>
        <p:nvSpPr>
          <p:cNvPr id="15" name="Content Placeholder 2">
            <a:extLst>
              <a:ext uri="{FF2B5EF4-FFF2-40B4-BE49-F238E27FC236}">
                <a16:creationId xmlns:a16="http://schemas.microsoft.com/office/drawing/2014/main" id="{CC0DB591-4602-46B3-B1C3-1E64148AB9B7}"/>
              </a:ext>
            </a:extLst>
          </p:cNvPr>
          <p:cNvSpPr>
            <a:spLocks noGrp="1"/>
          </p:cNvSpPr>
          <p:nvPr>
            <p:ph idx="1"/>
          </p:nvPr>
        </p:nvSpPr>
        <p:spPr>
          <a:xfrm>
            <a:off x="247650" y="4407150"/>
            <a:ext cx="3740400" cy="184442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9" name="Text Placeholder 18">
            <a:extLst>
              <a:ext uri="{FF2B5EF4-FFF2-40B4-BE49-F238E27FC236}">
                <a16:creationId xmlns:a16="http://schemas.microsoft.com/office/drawing/2014/main" id="{68416079-1CFC-426F-A6ED-5AB355FC545F}"/>
              </a:ext>
            </a:extLst>
          </p:cNvPr>
          <p:cNvSpPr>
            <a:spLocks noGrp="1"/>
          </p:cNvSpPr>
          <p:nvPr>
            <p:ph type="body" sz="quarter" idx="21" hasCustomPrompt="1"/>
          </p:nvPr>
        </p:nvSpPr>
        <p:spPr>
          <a:xfrm>
            <a:off x="4222750" y="979200"/>
            <a:ext cx="3740400" cy="417767"/>
          </a:xfrm>
        </p:spPr>
        <p:txBody>
          <a:bodyPr anchor="b" anchorCtr="0"/>
          <a:lstStyle>
            <a:lvl1pPr marL="0" indent="0">
              <a:buNone/>
              <a:defRPr sz="2400" b="1"/>
            </a:lvl1pPr>
            <a:lvl2pPr marL="0" indent="0">
              <a:buNone/>
              <a:defRPr sz="2400" b="1"/>
            </a:lvl2pPr>
            <a:lvl3pPr marL="0" indent="0">
              <a:buNone/>
              <a:defRPr sz="2400" b="1"/>
            </a:lvl3pPr>
            <a:lvl4pPr marL="0" indent="0">
              <a:buNone/>
              <a:defRPr sz="2400" b="1"/>
            </a:lvl4pPr>
            <a:lvl5pPr marL="0" indent="0">
              <a:buNone/>
              <a:defRPr sz="2400" b="1"/>
            </a:lvl5pPr>
          </a:lstStyle>
          <a:p>
            <a:pPr lvl="0"/>
            <a:r>
              <a:rPr lang="en-GB"/>
              <a:t>Click to add title one line</a:t>
            </a:r>
            <a:endParaRPr lang="en-GB" dirty="0"/>
          </a:p>
        </p:txBody>
      </p:sp>
      <p:sp>
        <p:nvSpPr>
          <p:cNvPr id="21" name="Content Placeholder 20">
            <a:extLst>
              <a:ext uri="{FF2B5EF4-FFF2-40B4-BE49-F238E27FC236}">
                <a16:creationId xmlns:a16="http://schemas.microsoft.com/office/drawing/2014/main" id="{D358873C-68BF-4E89-B536-B3248F2B25FE}"/>
              </a:ext>
            </a:extLst>
          </p:cNvPr>
          <p:cNvSpPr>
            <a:spLocks noGrp="1"/>
          </p:cNvSpPr>
          <p:nvPr>
            <p:ph sz="quarter" idx="22"/>
          </p:nvPr>
        </p:nvSpPr>
        <p:spPr>
          <a:xfrm>
            <a:off x="4222750" y="4406899"/>
            <a:ext cx="3740401" cy="184467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3" name="Text Placeholder 22">
            <a:extLst>
              <a:ext uri="{FF2B5EF4-FFF2-40B4-BE49-F238E27FC236}">
                <a16:creationId xmlns:a16="http://schemas.microsoft.com/office/drawing/2014/main" id="{69A0E900-1FE2-4CC1-B435-93F3A1189356}"/>
              </a:ext>
            </a:extLst>
          </p:cNvPr>
          <p:cNvSpPr>
            <a:spLocks noGrp="1"/>
          </p:cNvSpPr>
          <p:nvPr>
            <p:ph type="body" sz="quarter" idx="23" hasCustomPrompt="1"/>
          </p:nvPr>
        </p:nvSpPr>
        <p:spPr>
          <a:xfrm>
            <a:off x="8197850" y="979200"/>
            <a:ext cx="3740400" cy="417767"/>
          </a:xfrm>
        </p:spPr>
        <p:txBody>
          <a:bodyPr anchor="b" anchorCtr="0"/>
          <a:lstStyle>
            <a:lvl1pPr marL="0" indent="0">
              <a:buNone/>
              <a:defRPr sz="2400" b="1"/>
            </a:lvl1pPr>
            <a:lvl2pPr marL="0" indent="0">
              <a:buNone/>
              <a:defRPr sz="2400" b="1"/>
            </a:lvl2pPr>
            <a:lvl3pPr marL="0" indent="0">
              <a:buNone/>
              <a:defRPr sz="2400" b="1"/>
            </a:lvl3pPr>
            <a:lvl4pPr marL="0" indent="0">
              <a:buNone/>
              <a:defRPr sz="2400" b="1"/>
            </a:lvl4pPr>
            <a:lvl5pPr marL="0" indent="0">
              <a:buNone/>
              <a:defRPr sz="2400" b="1"/>
            </a:lvl5pPr>
          </a:lstStyle>
          <a:p>
            <a:pPr lvl="0"/>
            <a:r>
              <a:rPr lang="en-GB"/>
              <a:t>Click to add title one line</a:t>
            </a:r>
            <a:endParaRPr lang="en-GB" dirty="0"/>
          </a:p>
        </p:txBody>
      </p:sp>
      <p:sp>
        <p:nvSpPr>
          <p:cNvPr id="25" name="Content Placeholder 24">
            <a:extLst>
              <a:ext uri="{FF2B5EF4-FFF2-40B4-BE49-F238E27FC236}">
                <a16:creationId xmlns:a16="http://schemas.microsoft.com/office/drawing/2014/main" id="{E094886A-F110-4851-B1DA-8DFC40D509F8}"/>
              </a:ext>
            </a:extLst>
          </p:cNvPr>
          <p:cNvSpPr>
            <a:spLocks noGrp="1"/>
          </p:cNvSpPr>
          <p:nvPr>
            <p:ph sz="quarter" idx="24"/>
          </p:nvPr>
        </p:nvSpPr>
        <p:spPr>
          <a:xfrm>
            <a:off x="8197850" y="4406899"/>
            <a:ext cx="3740400" cy="184467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Picture Placeholder 8">
            <a:extLst>
              <a:ext uri="{FF2B5EF4-FFF2-40B4-BE49-F238E27FC236}">
                <a16:creationId xmlns:a16="http://schemas.microsoft.com/office/drawing/2014/main" id="{91B02311-54A6-4455-B615-BBCA0DA742E4}"/>
              </a:ext>
            </a:extLst>
          </p:cNvPr>
          <p:cNvSpPr>
            <a:spLocks noGrp="1"/>
          </p:cNvSpPr>
          <p:nvPr>
            <p:ph type="pic" sz="quarter" idx="18" hasCustomPrompt="1"/>
          </p:nvPr>
        </p:nvSpPr>
        <p:spPr>
          <a:xfrm>
            <a:off x="247650" y="1546282"/>
            <a:ext cx="3740400" cy="2664000"/>
          </a:xfrm>
        </p:spPr>
        <p:txBody>
          <a:bodyPr/>
          <a:lstStyle>
            <a:lvl1pPr marL="0" indent="0" algn="ctr">
              <a:buNone/>
              <a:defRPr sz="1200"/>
            </a:lvl1pPr>
          </a:lstStyle>
          <a:p>
            <a:r>
              <a:rPr lang="en-GB" dirty="0"/>
              <a:t>Click the icon to insert a picture</a:t>
            </a:r>
          </a:p>
        </p:txBody>
      </p:sp>
      <p:sp>
        <p:nvSpPr>
          <p:cNvPr id="13" name="Picture Placeholder 8">
            <a:extLst>
              <a:ext uri="{FF2B5EF4-FFF2-40B4-BE49-F238E27FC236}">
                <a16:creationId xmlns:a16="http://schemas.microsoft.com/office/drawing/2014/main" id="{710A5827-3485-49A0-81F0-FF89EE34B804}"/>
              </a:ext>
            </a:extLst>
          </p:cNvPr>
          <p:cNvSpPr>
            <a:spLocks noGrp="1"/>
          </p:cNvSpPr>
          <p:nvPr>
            <p:ph type="pic" sz="quarter" idx="19" hasCustomPrompt="1"/>
          </p:nvPr>
        </p:nvSpPr>
        <p:spPr>
          <a:xfrm>
            <a:off x="4223149" y="1548581"/>
            <a:ext cx="3740400" cy="2664000"/>
          </a:xfrm>
        </p:spPr>
        <p:txBody>
          <a:bodyPr/>
          <a:lstStyle>
            <a:lvl1pPr marL="0" indent="0" algn="ctr">
              <a:buNone/>
              <a:defRPr sz="1200"/>
            </a:lvl1pPr>
          </a:lstStyle>
          <a:p>
            <a:r>
              <a:rPr lang="en-GB" dirty="0"/>
              <a:t>Click the icon to insert a picture</a:t>
            </a:r>
          </a:p>
        </p:txBody>
      </p:sp>
      <p:sp>
        <p:nvSpPr>
          <p:cNvPr id="14" name="Picture Placeholder 8">
            <a:extLst>
              <a:ext uri="{FF2B5EF4-FFF2-40B4-BE49-F238E27FC236}">
                <a16:creationId xmlns:a16="http://schemas.microsoft.com/office/drawing/2014/main" id="{E27B0558-FCB8-4A55-9BA9-182DFF0387F4}"/>
              </a:ext>
            </a:extLst>
          </p:cNvPr>
          <p:cNvSpPr>
            <a:spLocks noGrp="1"/>
          </p:cNvSpPr>
          <p:nvPr>
            <p:ph type="pic" sz="quarter" idx="20" hasCustomPrompt="1"/>
          </p:nvPr>
        </p:nvSpPr>
        <p:spPr>
          <a:xfrm>
            <a:off x="8198648" y="1546282"/>
            <a:ext cx="3740400" cy="2664000"/>
          </a:xfrm>
        </p:spPr>
        <p:txBody>
          <a:bodyPr/>
          <a:lstStyle>
            <a:lvl1pPr marL="0" indent="0" algn="ctr">
              <a:buNone/>
              <a:defRPr sz="1200"/>
            </a:lvl1pPr>
          </a:lstStyle>
          <a:p>
            <a:r>
              <a:rPr lang="en-GB" dirty="0"/>
              <a:t>Click the icon to insert a picture</a:t>
            </a:r>
          </a:p>
        </p:txBody>
      </p:sp>
      <p:sp>
        <p:nvSpPr>
          <p:cNvPr id="4" name="Slide Number Placeholder 3">
            <a:extLst>
              <a:ext uri="{FF2B5EF4-FFF2-40B4-BE49-F238E27FC236}">
                <a16:creationId xmlns:a16="http://schemas.microsoft.com/office/drawing/2014/main" id="{FE67EB69-BB5A-407E-BF0A-1CB9B24506D8}"/>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dirty="0"/>
          </a:p>
        </p:txBody>
      </p:sp>
      <p:sp>
        <p:nvSpPr>
          <p:cNvPr id="5" name="Date Placeholder 4">
            <a:extLst>
              <a:ext uri="{FF2B5EF4-FFF2-40B4-BE49-F238E27FC236}">
                <a16:creationId xmlns:a16="http://schemas.microsoft.com/office/drawing/2014/main" id="{68CDBA22-AE55-C68A-132F-A826D0B0C740}"/>
              </a:ext>
            </a:extLst>
          </p:cNvPr>
          <p:cNvSpPr>
            <a:spLocks noGrp="1"/>
          </p:cNvSpPr>
          <p:nvPr>
            <p:ph type="dt" sz="half" idx="25"/>
          </p:nvPr>
        </p:nvSpPr>
        <p:spPr/>
        <p:txBody>
          <a:bodyPr/>
          <a:lstStyle/>
          <a:p>
            <a:fld id="{9F1F7C4A-2B31-4E5D-9C10-7A0E4B6D2F88}" type="datetime1">
              <a:rPr lang="en-GB"/>
              <a:t>24/09/2026</a:t>
            </a:fld>
            <a:endParaRPr lang="en-GB"/>
          </a:p>
        </p:txBody>
      </p:sp>
    </p:spTree>
    <p:extLst>
      <p:ext uri="{BB962C8B-B14F-4D97-AF65-F5344CB8AC3E}">
        <p14:creationId xmlns:p14="http://schemas.microsoft.com/office/powerpoint/2010/main" val="18863740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p15:clr>
            <a:srgbClr val="F26B43"/>
          </p15:clr>
        </p15:guide>
        <p15:guide id="2" pos="7522" userDrawn="1">
          <p15:clr>
            <a:srgbClr val="F26B43"/>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un titel">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297DEAA-3B7B-49C7-8C28-3F21F36A93D7}"/>
              </a:ext>
            </a:extLst>
          </p:cNvPr>
          <p:cNvSpPr>
            <a:spLocks noGrp="1"/>
          </p:cNvSpPr>
          <p:nvPr>
            <p:ph type="title"/>
          </p:nvPr>
        </p:nvSpPr>
        <p:spPr/>
        <p:txBody>
          <a:bodyPr/>
          <a:lstStyle/>
          <a:p>
            <a:r>
              <a:rPr lang="en-GB"/>
              <a:t>Click to edit Master title style</a:t>
            </a:r>
            <a:endParaRPr lang="en-GB" dirty="0"/>
          </a:p>
        </p:txBody>
      </p:sp>
      <p:sp>
        <p:nvSpPr>
          <p:cNvPr id="6" name="Slide Number Placeholder 5">
            <a:extLst>
              <a:ext uri="{FF2B5EF4-FFF2-40B4-BE49-F238E27FC236}">
                <a16:creationId xmlns:a16="http://schemas.microsoft.com/office/drawing/2014/main" id="{42F53AB3-8AAF-469F-AD3F-AE5E1A39D7C8}"/>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3" name="Date Placeholder 2">
            <a:extLst>
              <a:ext uri="{FF2B5EF4-FFF2-40B4-BE49-F238E27FC236}">
                <a16:creationId xmlns:a16="http://schemas.microsoft.com/office/drawing/2014/main" id="{A2A33A1D-DD6A-46E6-9477-D1471332CB16}"/>
              </a:ext>
            </a:extLst>
          </p:cNvPr>
          <p:cNvSpPr>
            <a:spLocks noGrp="1"/>
          </p:cNvSpPr>
          <p:nvPr>
            <p:ph type="dt" sz="half" idx="12"/>
          </p:nvPr>
        </p:nvSpPr>
        <p:spPr/>
        <p:txBody>
          <a:bodyPr/>
          <a:lstStyle/>
          <a:p>
            <a:fld id="{9F1F7C4A-2B31-4E5D-9C10-7A0E4B6D2F88}" type="datetime1">
              <a:rPr lang="en-GB"/>
              <a:t>24/09/2026</a:t>
            </a:fld>
            <a:endParaRPr lang="en-GB"/>
          </a:p>
        </p:txBody>
      </p:sp>
    </p:spTree>
    <p:extLst>
      <p:ext uri="{BB962C8B-B14F-4D97-AF65-F5344CB8AC3E}">
        <p14:creationId xmlns:p14="http://schemas.microsoft.com/office/powerpoint/2010/main" val="120845512"/>
      </p:ext>
    </p:extLst>
  </p:cSld>
  <p:clrMapOvr>
    <a:masterClrMapping/>
  </p:clrMapOvr>
  <p:extLst>
    <p:ext uri="{DCECCB84-F9BA-43D5-87BE-67443E8EF086}">
      <p15:sldGuideLst xmlns:p15="http://schemas.microsoft.com/office/powerpoint/2012/main">
        <p15:guide id="1" pos="1117" userDrawn="1">
          <p15:clr>
            <a:srgbClr val="F26B43"/>
          </p15:clr>
        </p15:guide>
        <p15:guide id="2" pos="6984" userDrawn="1">
          <p15:clr>
            <a:srgbClr val="F26B43"/>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ogo og footers">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0A39F3A-7714-4FD6-9132-D60FFA220D98}"/>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2" name="Date Placeholder 1">
            <a:extLst>
              <a:ext uri="{FF2B5EF4-FFF2-40B4-BE49-F238E27FC236}">
                <a16:creationId xmlns:a16="http://schemas.microsoft.com/office/drawing/2014/main" id="{46E183DE-20D3-DB32-ED9D-43A02E676CAC}"/>
              </a:ext>
            </a:extLst>
          </p:cNvPr>
          <p:cNvSpPr>
            <a:spLocks noGrp="1"/>
          </p:cNvSpPr>
          <p:nvPr>
            <p:ph type="dt" sz="half" idx="12"/>
          </p:nvPr>
        </p:nvSpPr>
        <p:spPr/>
        <p:txBody>
          <a:bodyPr/>
          <a:lstStyle/>
          <a:p>
            <a:fld id="{9F1F7C4A-2B31-4E5D-9C10-7A0E4B6D2F88}" type="datetime1">
              <a:rPr lang="en-GB"/>
              <a:t>24/09/2026</a:t>
            </a:fld>
            <a:endParaRPr lang="en-GB"/>
          </a:p>
        </p:txBody>
      </p:sp>
    </p:spTree>
    <p:extLst>
      <p:ext uri="{BB962C8B-B14F-4D97-AF65-F5344CB8AC3E}">
        <p14:creationId xmlns:p14="http://schemas.microsoft.com/office/powerpoint/2010/main" val="266926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ront/Pause A ">
    <p:spTree>
      <p:nvGrpSpPr>
        <p:cNvPr id="1" name=""/>
        <p:cNvGrpSpPr/>
        <p:nvPr/>
      </p:nvGrpSpPr>
      <p:grpSpPr>
        <a:xfrm>
          <a:off x="0" y="0"/>
          <a:ext cx="0" cy="0"/>
          <a:chOff x="0" y="0"/>
          <a:chExt cx="0" cy="0"/>
        </a:xfrm>
      </p:grpSpPr>
      <p:sp>
        <p:nvSpPr>
          <p:cNvPr id="9" name="Background">
            <a:extLst>
              <a:ext uri="{FF2B5EF4-FFF2-40B4-BE49-F238E27FC236}">
                <a16:creationId xmlns:a16="http://schemas.microsoft.com/office/drawing/2014/main" id="{AF9D3C51-A276-4E1F-B6B6-FD6A4E17EE28}"/>
              </a:ext>
            </a:extLst>
          </p:cNvPr>
          <p:cNvSpPr/>
          <p:nvPr userDrawn="1"/>
        </p:nvSpPr>
        <p:spPr bwMode="auto">
          <a:xfrm>
            <a:off x="0" y="0"/>
            <a:ext cx="12193200" cy="6861600"/>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4" name="Date Placeholder 2">
            <a:extLst>
              <a:ext uri="{FF2B5EF4-FFF2-40B4-BE49-F238E27FC236}">
                <a16:creationId xmlns:a16="http://schemas.microsoft.com/office/drawing/2014/main" id="{C9776080-6230-4AB8-AB28-4D6744DD01F9}"/>
              </a:ext>
            </a:extLst>
          </p:cNvPr>
          <p:cNvSpPr>
            <a:spLocks noGrp="1"/>
          </p:cNvSpPr>
          <p:nvPr>
            <p:ph type="dt" sz="half" idx="10"/>
          </p:nvPr>
        </p:nvSpPr>
        <p:spPr>
          <a:xfrm>
            <a:off x="0" y="6912000"/>
            <a:ext cx="0" cy="0"/>
          </a:xfrm>
          <a:prstGeom prst="rect">
            <a:avLst/>
          </a:prstGeom>
        </p:spPr>
        <p:txBody>
          <a:bodyPr/>
          <a:lstStyle>
            <a:lvl1pPr>
              <a:defRPr>
                <a:noFill/>
              </a:defRPr>
            </a:lvl1pPr>
          </a:lstStyle>
          <a:p>
            <a:fld id="{9F1F7C4A-2B31-4E5D-9C10-7A0E4B6D2F88}" type="datetime1">
              <a:rPr lang="en-GB"/>
              <a:t>24/09/2026</a:t>
            </a:fld>
            <a:endParaRPr lang="en-GB"/>
          </a:p>
        </p:txBody>
      </p:sp>
      <p:sp>
        <p:nvSpPr>
          <p:cNvPr id="6" name="Slide Number Placeholder 4">
            <a:extLst>
              <a:ext uri="{FF2B5EF4-FFF2-40B4-BE49-F238E27FC236}">
                <a16:creationId xmlns:a16="http://schemas.microsoft.com/office/drawing/2014/main" id="{3125B57E-AFC7-4517-B327-461DB01D2867}"/>
              </a:ext>
            </a:extLst>
          </p:cNvPr>
          <p:cNvSpPr>
            <a:spLocks noGrp="1"/>
          </p:cNvSpPr>
          <p:nvPr>
            <p:ph type="sldNum" sz="quarter" idx="12"/>
          </p:nvPr>
        </p:nvSpPr>
        <p:spPr>
          <a:xfrm flipV="1">
            <a:off x="0" y="6912000"/>
            <a:ext cx="0" cy="0"/>
          </a:xfrm>
        </p:spPr>
        <p:txBody>
          <a:bodyPr/>
          <a:lstStyle>
            <a:lvl1pPr>
              <a:defRPr>
                <a:noFill/>
              </a:defRPr>
            </a:lvl1pPr>
          </a:lstStyle>
          <a:p>
            <a:fld id="{24C8C45C-947F-4981-8B3F-4F32E973C901}" type="slidenum">
              <a:rPr lang="en-GB" smtClean="0"/>
              <a:pPr/>
              <a:t>‹#›</a:t>
            </a:fld>
            <a:endParaRPr lang="en-GB" dirty="0"/>
          </a:p>
        </p:txBody>
      </p:sp>
      <p:sp>
        <p:nvSpPr>
          <p:cNvPr id="10" name="Logo color">
            <a:extLst>
              <a:ext uri="{FF2B5EF4-FFF2-40B4-BE49-F238E27FC236}">
                <a16:creationId xmlns:a16="http://schemas.microsoft.com/office/drawing/2014/main" id="{B0EE486B-843B-49D6-90AE-5093AB56E30F}"/>
              </a:ext>
            </a:extLst>
          </p:cNvPr>
          <p:cNvSpPr>
            <a:spLocks noChangeAspect="1"/>
          </p:cNvSpPr>
          <p:nvPr userDrawn="1">
            <p:custDataLst>
              <p:tags r:id="rId1"/>
            </p:custDataLst>
          </p:nvPr>
        </p:nvSpPr>
        <p:spPr bwMode="auto">
          <a:xfrm>
            <a:off x="4870539" y="1651373"/>
            <a:ext cx="2388323" cy="3483354"/>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dirty="0"/>
          </a:p>
        </p:txBody>
      </p:sp>
    </p:spTree>
    <p:extLst>
      <p:ext uri="{BB962C8B-B14F-4D97-AF65-F5344CB8AC3E}">
        <p14:creationId xmlns:p14="http://schemas.microsoft.com/office/powerpoint/2010/main" val="2321786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ront/Pause B">
    <p:bg>
      <p:bgRef idx="1001">
        <a:schemeClr val="bg1"/>
      </p:bgRef>
    </p:bg>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A3420087-96DF-432F-B192-585D42BF6A4E}"/>
              </a:ext>
            </a:extLst>
          </p:cNvPr>
          <p:cNvSpPr/>
          <p:nvPr userDrawn="1"/>
        </p:nvSpPr>
        <p:spPr bwMode="auto">
          <a:xfrm>
            <a:off x="0" y="0"/>
            <a:ext cx="12193200" cy="6861600"/>
          </a:xfrm>
          <a:prstGeom prst="rect">
            <a:avLst/>
          </a:prstGeom>
          <a:solidFill>
            <a:schemeClr val="bg1"/>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13" name="Logo color">
            <a:extLst>
              <a:ext uri="{FF2B5EF4-FFF2-40B4-BE49-F238E27FC236}">
                <a16:creationId xmlns:a16="http://schemas.microsoft.com/office/drawing/2014/main" id="{09BBEE10-6A59-474F-B766-7643F97F869F}"/>
              </a:ext>
            </a:extLst>
          </p:cNvPr>
          <p:cNvSpPr>
            <a:spLocks noChangeAspect="1"/>
          </p:cNvSpPr>
          <p:nvPr userDrawn="1">
            <p:custDataLst>
              <p:tags r:id="rId1"/>
            </p:custDataLst>
          </p:nvPr>
        </p:nvSpPr>
        <p:spPr bwMode="auto">
          <a:xfrm>
            <a:off x="4870539" y="1651373"/>
            <a:ext cx="2388323" cy="3483354"/>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030F4F"/>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6" name="Date Placeholder 2">
            <a:extLst>
              <a:ext uri="{FF2B5EF4-FFF2-40B4-BE49-F238E27FC236}">
                <a16:creationId xmlns:a16="http://schemas.microsoft.com/office/drawing/2014/main" id="{AF062B26-8169-4B93-8FD8-CFDB0855A961}"/>
              </a:ext>
            </a:extLst>
          </p:cNvPr>
          <p:cNvSpPr>
            <a:spLocks noGrp="1"/>
          </p:cNvSpPr>
          <p:nvPr>
            <p:ph type="dt" sz="half" idx="10"/>
          </p:nvPr>
        </p:nvSpPr>
        <p:spPr>
          <a:xfrm>
            <a:off x="0" y="6912000"/>
            <a:ext cx="0" cy="0"/>
          </a:xfrm>
          <a:prstGeom prst="rect">
            <a:avLst/>
          </a:prstGeom>
        </p:spPr>
        <p:txBody>
          <a:bodyPr/>
          <a:lstStyle>
            <a:lvl1pPr>
              <a:defRPr>
                <a:noFill/>
              </a:defRPr>
            </a:lvl1pPr>
          </a:lstStyle>
          <a:p>
            <a:fld id="{9F1F7C4A-2B31-4E5D-9C10-7A0E4B6D2F88}" type="datetime1">
              <a:rPr lang="en-GB"/>
              <a:t>24/09/2026</a:t>
            </a:fld>
            <a:endParaRPr lang="en-GB"/>
          </a:p>
        </p:txBody>
      </p:sp>
      <p:sp>
        <p:nvSpPr>
          <p:cNvPr id="9" name="Slide Number Placeholder 4">
            <a:extLst>
              <a:ext uri="{FF2B5EF4-FFF2-40B4-BE49-F238E27FC236}">
                <a16:creationId xmlns:a16="http://schemas.microsoft.com/office/drawing/2014/main" id="{4C299FA2-BF46-4410-B2CD-E3C80B7A9893}"/>
              </a:ext>
            </a:extLst>
          </p:cNvPr>
          <p:cNvSpPr>
            <a:spLocks noGrp="1"/>
          </p:cNvSpPr>
          <p:nvPr>
            <p:ph type="sldNum" sz="quarter" idx="12"/>
          </p:nvPr>
        </p:nvSpPr>
        <p:spPr>
          <a:xfrm flipV="1">
            <a:off x="0" y="6912000"/>
            <a:ext cx="0" cy="0"/>
          </a:xfrm>
        </p:spPr>
        <p:txBody>
          <a:bodyPr/>
          <a:lstStyle>
            <a:lvl1pPr>
              <a:defRPr>
                <a:noFill/>
              </a:defRPr>
            </a:lvl1pPr>
          </a:lstStyle>
          <a:p>
            <a:fld id="{24C8C45C-947F-4981-8B3F-4F32E973C901}" type="slidenum">
              <a:rPr lang="en-GB" smtClean="0"/>
              <a:pPr/>
              <a:t>‹#›</a:t>
            </a:fld>
            <a:endParaRPr lang="en-GB" dirty="0"/>
          </a:p>
        </p:txBody>
      </p:sp>
      <p:sp>
        <p:nvSpPr>
          <p:cNvPr id="11" name="Bottom bar">
            <a:extLst>
              <a:ext uri="{FF2B5EF4-FFF2-40B4-BE49-F238E27FC236}">
                <a16:creationId xmlns:a16="http://schemas.microsoft.com/office/drawing/2014/main" id="{495865CE-5BE9-4122-8AB8-48E534DD88F7}"/>
              </a:ext>
            </a:extLst>
          </p:cNvPr>
          <p:cNvSpPr/>
          <p:nvPr userDrawn="1"/>
        </p:nvSpPr>
        <p:spPr bwMode="auto">
          <a:xfrm>
            <a:off x="0" y="6541200"/>
            <a:ext cx="12193200" cy="316800"/>
          </a:xfrm>
          <a:prstGeom prst="rect">
            <a:avLst/>
          </a:prstGeom>
          <a:solidFill>
            <a:srgbClr val="030F4F"/>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err="1">
              <a:ln>
                <a:noFill/>
              </a:ln>
              <a:solidFill>
                <a:srgbClr val="FFFFFF"/>
              </a:solidFill>
              <a:effectLst/>
              <a:latin typeface="+mn-lt"/>
              <a:ea typeface="ＭＳ Ｐゴシック" pitchFamily="-80" charset="-128"/>
            </a:endParaRPr>
          </a:p>
        </p:txBody>
      </p:sp>
    </p:spTree>
    <p:extLst>
      <p:ext uri="{BB962C8B-B14F-4D97-AF65-F5344CB8AC3E}">
        <p14:creationId xmlns:p14="http://schemas.microsoft.com/office/powerpoint/2010/main" val="349637618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Bottom bar">
            <a:extLst>
              <a:ext uri="{FF2B5EF4-FFF2-40B4-BE49-F238E27FC236}">
                <a16:creationId xmlns:a16="http://schemas.microsoft.com/office/drawing/2014/main" id="{FFFFD011-0D94-46EE-B45C-787FE82C3B5E}"/>
              </a:ext>
            </a:extLst>
          </p:cNvPr>
          <p:cNvSpPr/>
          <p:nvPr userDrawn="1"/>
        </p:nvSpPr>
        <p:spPr bwMode="auto">
          <a:xfrm>
            <a:off x="0" y="6541200"/>
            <a:ext cx="12193200" cy="316800"/>
          </a:xfrm>
          <a:prstGeom prst="rect">
            <a:avLst/>
          </a:prstGeom>
          <a:solidFill>
            <a:srgbClr val="030F4F"/>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a:ln>
                <a:noFill/>
              </a:ln>
              <a:solidFill>
                <a:schemeClr val="bg1"/>
              </a:solidFill>
              <a:effectLst/>
              <a:latin typeface="+mn-lt"/>
              <a:ea typeface="ＭＳ Ｐゴシック" pitchFamily="-80" charset="-128"/>
            </a:endParaRPr>
          </a:p>
        </p:txBody>
      </p:sp>
      <p:sp>
        <p:nvSpPr>
          <p:cNvPr id="19" name="Logo color">
            <a:extLst>
              <a:ext uri="{FF2B5EF4-FFF2-40B4-BE49-F238E27FC236}">
                <a16:creationId xmlns:a16="http://schemas.microsoft.com/office/drawing/2014/main" id="{ADC92552-7939-46C1-AAFE-B97F51EBFFE9}"/>
              </a:ext>
            </a:extLst>
          </p:cNvPr>
          <p:cNvSpPr>
            <a:spLocks noChangeAspect="1"/>
          </p:cNvSpPr>
          <p:nvPr userDrawn="1">
            <p:custDataLst>
              <p:tags r:id="rId13"/>
            </p:custDataLst>
          </p:nvPr>
        </p:nvSpPr>
        <p:spPr bwMode="auto">
          <a:xfrm>
            <a:off x="252000" y="252000"/>
            <a:ext cx="419611"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030F4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GB"/>
          </a:p>
        </p:txBody>
      </p:sp>
      <p:sp>
        <p:nvSpPr>
          <p:cNvPr id="4" name="Slide Number Placeholder 3"/>
          <p:cNvSpPr>
            <a:spLocks noGrp="1"/>
          </p:cNvSpPr>
          <p:nvPr>
            <p:ph type="sldNum" sz="quarter" idx="4"/>
          </p:nvPr>
        </p:nvSpPr>
        <p:spPr>
          <a:xfrm>
            <a:off x="11506450" y="6541200"/>
            <a:ext cx="432600" cy="316800"/>
          </a:xfrm>
          <a:prstGeom prst="rect">
            <a:avLst/>
          </a:prstGeom>
        </p:spPr>
        <p:txBody>
          <a:bodyPr vert="horz" lIns="0" tIns="0" rIns="0" bIns="0" rtlCol="0" anchor="ctr" anchorCtr="0"/>
          <a:lstStyle>
            <a:lvl1pPr algn="l">
              <a:defRPr sz="700" b="1">
                <a:solidFill>
                  <a:schemeClr val="bg1"/>
                </a:solidFill>
                <a:latin typeface="+mn-lt"/>
              </a:defRPr>
            </a:lvl1pPr>
          </a:lstStyle>
          <a:p>
            <a:fld id="{103EA872-A674-449B-A120-B97244F8E91D}" type="slidenum">
              <a:rPr lang="en-GB" smtClean="0"/>
              <a:pPr/>
              <a:t>‹#›</a:t>
            </a:fld>
            <a:endParaRPr lang="en-GB" dirty="0"/>
          </a:p>
        </p:txBody>
      </p:sp>
      <p:sp>
        <p:nvSpPr>
          <p:cNvPr id="113666" name="Rectangle 2"/>
          <p:cNvSpPr>
            <a:spLocks noGrp="1" noChangeArrowheads="1"/>
          </p:cNvSpPr>
          <p:nvPr>
            <p:ph type="title"/>
          </p:nvPr>
        </p:nvSpPr>
        <p:spPr bwMode="auto">
          <a:xfrm>
            <a:off x="1774726" y="426127"/>
            <a:ext cx="9312374" cy="9727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p>
            <a:pPr lvl="0"/>
            <a:r>
              <a:rPr lang="en-GB"/>
              <a:t>Click to edit Master title style</a:t>
            </a:r>
            <a:endParaRPr lang="en-GB" dirty="0"/>
          </a:p>
        </p:txBody>
      </p:sp>
      <p:sp>
        <p:nvSpPr>
          <p:cNvPr id="113667" name="Rectangle 3"/>
          <p:cNvSpPr>
            <a:spLocks noGrp="1" noChangeArrowheads="1"/>
          </p:cNvSpPr>
          <p:nvPr>
            <p:ph type="body" idx="1"/>
          </p:nvPr>
        </p:nvSpPr>
        <p:spPr bwMode="auto">
          <a:xfrm>
            <a:off x="1774726" y="1706328"/>
            <a:ext cx="9312374" cy="4545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13676" name="text"/>
          <p:cNvSpPr>
            <a:spLocks noChangeArrowheads="1"/>
          </p:cNvSpPr>
          <p:nvPr/>
        </p:nvSpPr>
        <p:spPr bwMode="auto">
          <a:xfrm>
            <a:off x="1774726" y="6541200"/>
            <a:ext cx="3397071" cy="31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nchorCtr="0"/>
          <a:lstStyle/>
          <a:p>
            <a:pPr marL="0" marR="0" lvl="0" indent="0" algn="l" defTabSz="914400" rtl="0" eaLnBrk="0" fontAlgn="base" latinLnBrk="0" hangingPunct="0">
              <a:lnSpc>
                <a:spcPct val="100000"/>
              </a:lnSpc>
              <a:spcBef>
                <a:spcPct val="0"/>
              </a:spcBef>
              <a:spcAft>
                <a:spcPct val="0"/>
              </a:spcAft>
              <a:buClrTx/>
              <a:buSzTx/>
              <a:buFontTx/>
              <a:buNone/>
              <a:tabLst/>
              <a:defRPr/>
            </a:pPr>
            <a:r>
              <a:rPr lang="en-GB" sz="700" b="1" dirty="0">
                <a:solidFill>
                  <a:schemeClr val="bg1"/>
                </a:solidFill>
                <a:latin typeface="+mn-lt"/>
              </a:rPr>
              <a:t>Technical University of Denmark</a:t>
            </a:r>
          </a:p>
        </p:txBody>
      </p:sp>
      <p:sp>
        <p:nvSpPr>
          <p:cNvPr id="6" name="Date Placeholder 5">
            <a:extLst>
              <a:ext uri="{FF2B5EF4-FFF2-40B4-BE49-F238E27FC236}">
                <a16:creationId xmlns:a16="http://schemas.microsoft.com/office/drawing/2014/main" id="{514E9AE0-170F-0C2B-DFF5-DC7F65F4B1FF}"/>
              </a:ext>
            </a:extLst>
          </p:cNvPr>
          <p:cNvSpPr>
            <a:spLocks noGrp="1"/>
          </p:cNvSpPr>
          <p:nvPr>
            <p:ph type="dt" sz="half" idx="2"/>
          </p:nvPr>
        </p:nvSpPr>
        <p:spPr>
          <a:xfrm>
            <a:off x="252000" y="6541200"/>
            <a:ext cx="1105200" cy="316800"/>
          </a:xfrm>
          <a:prstGeom prst="rect">
            <a:avLst/>
          </a:prstGeom>
        </p:spPr>
        <p:txBody>
          <a:bodyPr vert="horz" lIns="0" tIns="0" rIns="0" bIns="0" rtlCol="0" anchor="ctr"/>
          <a:lstStyle>
            <a:lvl1pPr algn="r">
              <a:defRPr sz="700" b="1">
                <a:solidFill>
                  <a:schemeClr val="bg1"/>
                </a:solidFill>
                <a:latin typeface="+mj-lt"/>
              </a:defRPr>
            </a:lvl1pPr>
          </a:lstStyle>
          <a:p>
            <a:fld id="{9F1F7C4A-2B31-4E5D-9C10-7A0E4B6D2F88}" type="datetime1">
              <a:rPr lang="en-GB"/>
              <a:t>24/09/2026</a:t>
            </a:fld>
            <a:endParaRPr lang="en-GB"/>
          </a:p>
        </p:txBody>
      </p:sp>
    </p:spTree>
    <p:extLst>
      <p:ext uri="{BB962C8B-B14F-4D97-AF65-F5344CB8AC3E}">
        <p14:creationId xmlns:p14="http://schemas.microsoft.com/office/powerpoint/2010/main" val="2454702602"/>
      </p:ext>
    </p:extLst>
  </p:cSld>
  <p:clrMap bg1="lt1" tx1="dk1" bg2="lt2" tx2="dk2" accent1="accent1" accent2="accent2" accent3="accent3" accent4="accent4" accent5="accent5" accent6="accent6" hlink="hlink" folHlink="folHlink"/>
  <p:sldLayoutIdLst>
    <p:sldLayoutId id="2147483663" r:id="rId1"/>
    <p:sldLayoutId id="2147483671" r:id="rId2"/>
    <p:sldLayoutId id="2147483664" r:id="rId3"/>
    <p:sldLayoutId id="2147483677" r:id="rId4"/>
    <p:sldLayoutId id="2147483672" r:id="rId5"/>
    <p:sldLayoutId id="2147483673" r:id="rId6"/>
    <p:sldLayoutId id="2147483676" r:id="rId7"/>
    <p:sldLayoutId id="2147483666" r:id="rId8"/>
    <p:sldLayoutId id="2147483667" r:id="rId9"/>
    <p:sldLayoutId id="2147483668" r:id="rId10"/>
    <p:sldLayoutId id="2147483669" r:id="rId11"/>
  </p:sldLayoutIdLst>
  <p:hf hdr="0"/>
  <p:txStyles>
    <p:titleStyle>
      <a:lvl1pPr algn="l" rtl="0" eaLnBrk="1" fontAlgn="base" hangingPunct="1">
        <a:spcBef>
          <a:spcPct val="0"/>
        </a:spcBef>
        <a:spcAft>
          <a:spcPct val="0"/>
        </a:spcAft>
        <a:defRPr sz="3000" b="1">
          <a:solidFill>
            <a:srgbClr val="000000"/>
          </a:solidFill>
          <a:latin typeface="+mj-lt"/>
          <a:ea typeface="+mj-ea"/>
          <a:cs typeface="+mj-cs"/>
        </a:defRPr>
      </a:lvl1pPr>
      <a:lvl2pPr algn="l" rtl="0" eaLnBrk="1" fontAlgn="base" hangingPunct="1">
        <a:spcBef>
          <a:spcPct val="0"/>
        </a:spcBef>
        <a:spcAft>
          <a:spcPct val="0"/>
        </a:spcAft>
        <a:defRPr sz="2400" b="1">
          <a:solidFill>
            <a:schemeClr val="tx1"/>
          </a:solidFill>
          <a:latin typeface="Arial" pitchFamily="34" charset="0"/>
          <a:ea typeface="ＭＳ Ｐゴシック" pitchFamily="-80" charset="-128"/>
        </a:defRPr>
      </a:lvl2pPr>
      <a:lvl3pPr algn="l" rtl="0" eaLnBrk="1" fontAlgn="base" hangingPunct="1">
        <a:spcBef>
          <a:spcPct val="0"/>
        </a:spcBef>
        <a:spcAft>
          <a:spcPct val="0"/>
        </a:spcAft>
        <a:defRPr sz="2400" b="1">
          <a:solidFill>
            <a:schemeClr val="tx1"/>
          </a:solidFill>
          <a:latin typeface="Arial" pitchFamily="34" charset="0"/>
          <a:ea typeface="ＭＳ Ｐゴシック" pitchFamily="-80" charset="-128"/>
        </a:defRPr>
      </a:lvl3pPr>
      <a:lvl4pPr algn="l" rtl="0" eaLnBrk="1" fontAlgn="base" hangingPunct="1">
        <a:spcBef>
          <a:spcPct val="0"/>
        </a:spcBef>
        <a:spcAft>
          <a:spcPct val="0"/>
        </a:spcAft>
        <a:defRPr sz="2400" b="1">
          <a:solidFill>
            <a:schemeClr val="tx1"/>
          </a:solidFill>
          <a:latin typeface="Arial" pitchFamily="34" charset="0"/>
          <a:ea typeface="ＭＳ Ｐゴシック" pitchFamily="-80" charset="-128"/>
        </a:defRPr>
      </a:lvl4pPr>
      <a:lvl5pPr algn="l" rtl="0" eaLnBrk="1" fontAlgn="base" hangingPunct="1">
        <a:spcBef>
          <a:spcPct val="0"/>
        </a:spcBef>
        <a:spcAft>
          <a:spcPct val="0"/>
        </a:spcAft>
        <a:defRPr sz="2400" b="1">
          <a:solidFill>
            <a:schemeClr val="tx1"/>
          </a:solidFill>
          <a:latin typeface="Arial" pitchFamily="34" charset="0"/>
          <a:ea typeface="ＭＳ Ｐゴシック" pitchFamily="-80" charset="-128"/>
        </a:defRPr>
      </a:lvl5pPr>
      <a:lvl6pPr marL="457200" algn="l" rtl="0" eaLnBrk="1" fontAlgn="base" hangingPunct="1">
        <a:spcBef>
          <a:spcPct val="0"/>
        </a:spcBef>
        <a:spcAft>
          <a:spcPct val="0"/>
        </a:spcAft>
        <a:defRPr sz="2400" b="1">
          <a:solidFill>
            <a:schemeClr val="tx1"/>
          </a:solidFill>
          <a:latin typeface="Arial" pitchFamily="34" charset="0"/>
          <a:ea typeface="ＭＳ Ｐゴシック" pitchFamily="-80" charset="-128"/>
        </a:defRPr>
      </a:lvl6pPr>
      <a:lvl7pPr marL="914400" algn="l" rtl="0" eaLnBrk="1" fontAlgn="base" hangingPunct="1">
        <a:spcBef>
          <a:spcPct val="0"/>
        </a:spcBef>
        <a:spcAft>
          <a:spcPct val="0"/>
        </a:spcAft>
        <a:defRPr sz="2400" b="1">
          <a:solidFill>
            <a:schemeClr val="tx1"/>
          </a:solidFill>
          <a:latin typeface="Arial" pitchFamily="34" charset="0"/>
          <a:ea typeface="ＭＳ Ｐゴシック" pitchFamily="-80" charset="-128"/>
        </a:defRPr>
      </a:lvl7pPr>
      <a:lvl8pPr marL="1371600" algn="l" rtl="0" eaLnBrk="1" fontAlgn="base" hangingPunct="1">
        <a:spcBef>
          <a:spcPct val="0"/>
        </a:spcBef>
        <a:spcAft>
          <a:spcPct val="0"/>
        </a:spcAft>
        <a:defRPr sz="2400" b="1">
          <a:solidFill>
            <a:schemeClr val="tx1"/>
          </a:solidFill>
          <a:latin typeface="Arial" pitchFamily="34" charset="0"/>
          <a:ea typeface="ＭＳ Ｐゴシック" pitchFamily="-80" charset="-128"/>
        </a:defRPr>
      </a:lvl8pPr>
      <a:lvl9pPr marL="1828800" algn="l" rtl="0" eaLnBrk="1" fontAlgn="base" hangingPunct="1">
        <a:spcBef>
          <a:spcPct val="0"/>
        </a:spcBef>
        <a:spcAft>
          <a:spcPct val="0"/>
        </a:spcAft>
        <a:defRPr sz="2400" b="1">
          <a:solidFill>
            <a:schemeClr val="tx1"/>
          </a:solidFill>
          <a:latin typeface="Arial" pitchFamily="34" charset="0"/>
          <a:ea typeface="ＭＳ Ｐゴシック" pitchFamily="-80" charset="-128"/>
        </a:defRPr>
      </a:lvl9pPr>
    </p:titleStyle>
    <p:bodyStyle>
      <a:lvl1pPr marL="198000" indent="-198000" algn="l" rtl="0" eaLnBrk="1" fontAlgn="base" hangingPunct="1">
        <a:spcBef>
          <a:spcPct val="20000"/>
        </a:spcBef>
        <a:spcAft>
          <a:spcPct val="0"/>
        </a:spcAft>
        <a:buChar char="•"/>
        <a:defRPr sz="1800">
          <a:solidFill>
            <a:schemeClr val="tx1"/>
          </a:solidFill>
          <a:latin typeface="+mn-lt"/>
          <a:ea typeface="+mn-ea"/>
          <a:cs typeface="+mn-cs"/>
        </a:defRPr>
      </a:lvl1pPr>
      <a:lvl2pPr marL="414000" indent="-198000" algn="l" rtl="0" eaLnBrk="1" fontAlgn="base" hangingPunct="1">
        <a:spcBef>
          <a:spcPct val="20000"/>
        </a:spcBef>
        <a:spcAft>
          <a:spcPct val="0"/>
        </a:spcAft>
        <a:buChar char="–"/>
        <a:defRPr sz="1800">
          <a:solidFill>
            <a:schemeClr val="tx1"/>
          </a:solidFill>
          <a:latin typeface="+mn-lt"/>
          <a:ea typeface="+mn-ea"/>
        </a:defRPr>
      </a:lvl2pPr>
      <a:lvl3pPr marL="615600" indent="-198000" algn="l" rtl="0" eaLnBrk="1" fontAlgn="base" hangingPunct="1">
        <a:spcBef>
          <a:spcPct val="20000"/>
        </a:spcBef>
        <a:spcAft>
          <a:spcPct val="0"/>
        </a:spcAft>
        <a:buChar char="•"/>
        <a:defRPr sz="1800">
          <a:solidFill>
            <a:schemeClr val="tx1"/>
          </a:solidFill>
          <a:latin typeface="+mn-lt"/>
          <a:ea typeface="+mn-ea"/>
        </a:defRPr>
      </a:lvl3pPr>
      <a:lvl4pPr marL="828000" indent="-198000" algn="l" rtl="0" eaLnBrk="1" fontAlgn="base" hangingPunct="1">
        <a:spcBef>
          <a:spcPct val="20000"/>
        </a:spcBef>
        <a:spcAft>
          <a:spcPct val="0"/>
        </a:spcAft>
        <a:buChar char="–"/>
        <a:defRPr sz="1800">
          <a:solidFill>
            <a:schemeClr val="tx1"/>
          </a:solidFill>
          <a:latin typeface="+mn-lt"/>
          <a:ea typeface="+mn-ea"/>
        </a:defRPr>
      </a:lvl4pPr>
      <a:lvl5pPr marL="1026000" indent="-198000" algn="l" rtl="0" eaLnBrk="1" fontAlgn="base" hangingPunct="1">
        <a:spcBef>
          <a:spcPct val="20000"/>
        </a:spcBef>
        <a:spcAft>
          <a:spcPct val="0"/>
        </a:spcAft>
        <a:buChar char="»"/>
        <a:defRPr sz="1800">
          <a:solidFill>
            <a:schemeClr val="tx1"/>
          </a:solidFill>
          <a:latin typeface="+mn-lt"/>
          <a:ea typeface="+mn-ea"/>
        </a:defRPr>
      </a:lvl5pPr>
      <a:lvl6pPr marL="1026000" indent="-198000" algn="l" rtl="0" eaLnBrk="1" fontAlgn="base" hangingPunct="1">
        <a:spcBef>
          <a:spcPct val="20000"/>
        </a:spcBef>
        <a:spcAft>
          <a:spcPct val="0"/>
        </a:spcAft>
        <a:buChar char="»"/>
        <a:defRPr sz="1800">
          <a:solidFill>
            <a:schemeClr val="tx1"/>
          </a:solidFill>
          <a:latin typeface="+mn-lt"/>
          <a:ea typeface="+mn-ea"/>
        </a:defRPr>
      </a:lvl6pPr>
      <a:lvl7pPr marL="1026000" indent="-198000" algn="l" rtl="0" eaLnBrk="1" fontAlgn="base" hangingPunct="1">
        <a:spcBef>
          <a:spcPct val="20000"/>
        </a:spcBef>
        <a:spcAft>
          <a:spcPct val="0"/>
        </a:spcAft>
        <a:buChar char="»"/>
        <a:defRPr sz="1800">
          <a:solidFill>
            <a:schemeClr val="tx1"/>
          </a:solidFill>
          <a:latin typeface="+mn-lt"/>
          <a:ea typeface="+mn-ea"/>
        </a:defRPr>
      </a:lvl7pPr>
      <a:lvl8pPr marL="1026000" indent="-198000" algn="l" rtl="0" eaLnBrk="1" fontAlgn="base" hangingPunct="1">
        <a:spcBef>
          <a:spcPct val="20000"/>
        </a:spcBef>
        <a:spcAft>
          <a:spcPct val="0"/>
        </a:spcAft>
        <a:buChar char="»"/>
        <a:defRPr sz="1800">
          <a:solidFill>
            <a:schemeClr val="tx1"/>
          </a:solidFill>
          <a:latin typeface="+mn-lt"/>
          <a:ea typeface="+mn-ea"/>
        </a:defRPr>
      </a:lvl8pPr>
      <a:lvl9pPr marL="1026000" indent="-198000" algn="l" rtl="0" eaLnBrk="1" fontAlgn="base" hangingPunct="1">
        <a:spcBef>
          <a:spcPct val="20000"/>
        </a:spcBef>
        <a:spcAft>
          <a:spcPct val="0"/>
        </a:spcAft>
        <a:buChar char="»"/>
        <a:defRPr sz="1800">
          <a:solidFill>
            <a:schemeClr val="tx1"/>
          </a:solidFill>
          <a:latin typeface="+mn-lt"/>
          <a:ea typeface="+mn-ea"/>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68" userDrawn="1">
          <p15:clr>
            <a:srgbClr val="F26B43"/>
          </p15:clr>
        </p15:guide>
        <p15:guide id="4" orient="horz" pos="881" userDrawn="1">
          <p15:clr>
            <a:srgbClr val="F26B43"/>
          </p15:clr>
        </p15:guide>
        <p15:guide id="5" orient="horz" pos="1074" userDrawn="1">
          <p15:clr>
            <a:srgbClr val="F26B43"/>
          </p15:clr>
        </p15:guide>
        <p15:guide id="6" orient="horz" pos="393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a:solidFill>
                  <a:srgbClr val="030F4F"/>
                </a:solidFill>
              </a:rPr>
              <a:t>RQ2 – Higher-Fidelity Relabelling Without Re-optimising the Path Is Not Enough</a:t>
            </a:r>
          </a:p>
        </p:txBody>
      </p:sp>
      <p:pic>
        <p:nvPicPr>
          <p:cNvPr id="3" name="Picture 2" descr="pic_rq2_workflow.png"/>
          <p:cNvPicPr>
            <a:picLocks noChangeAspect="1"/>
          </p:cNvPicPr>
          <p:nvPr/>
        </p:nvPicPr>
        <p:blipFill>
          <a:blip r:embed="rId2"/>
          <a:stretch>
            <a:fillRect/>
          </a:stretch>
        </p:blipFill>
        <p:spPr>
          <a:xfrm>
            <a:off x="3108960" y="1600200"/>
            <a:ext cx="8412480" cy="4231380"/>
          </a:xfrm>
          <a:prstGeom prst="rect">
            <a:avLst/>
          </a:prstGeom>
        </p:spPr>
      </p:pic>
      <p:sp>
        <p:nvSpPr>
          <p:cNvPr id="4" name="TextBox 3"/>
          <p:cNvSpPr txBox="1"/>
          <p:nvPr/>
        </p:nvSpPr>
        <p:spPr>
          <a:xfrm>
            <a:off x="457200" y="1463040"/>
            <a:ext cx="2468880" cy="4846320"/>
          </a:xfrm>
          <a:prstGeom prst="rect">
            <a:avLst/>
          </a:prstGeom>
          <a:noFill/>
        </p:spPr>
        <p:txBody>
          <a:bodyPr wrap="square" lIns="45720" rIns="45720" tIns="18288" bIns="18288" anchor="t">
            <a:spAutoFit/>
          </a:bodyPr>
          <a:lstStyle/>
          <a:p>
            <a:pPr>
              <a:spcAft>
                <a:spcPts val="900"/>
              </a:spcAft>
            </a:pPr>
            <a:r>
              <a:rPr sz="1800" b="1" i="0">
                <a:solidFill>
                  <a:srgbClr val="030F4F"/>
                </a:solidFill>
              </a:rPr>
              <a:t>Step 1</a:t>
            </a:r>
          </a:p>
          <a:p>
            <a:pPr>
              <a:spcAft>
                <a:spcPts val="900"/>
              </a:spcAft>
            </a:pPr>
            <a:r>
              <a:rPr sz="1200" b="0" i="0">
                <a:solidFill>
                  <a:srgbClr val="222222"/>
                </a:solidFill>
              </a:rPr>
              <a:t>Select reactions where the two surfaces differ</a:t>
            </a:r>
          </a:p>
          <a:p>
            <a:pPr>
              <a:spcAft>
                <a:spcPts val="900"/>
              </a:spcAft>
            </a:pPr>
            <a:r>
              <a:rPr sz="1800" b="1" i="0">
                <a:solidFill>
                  <a:srgbClr val="030F4F"/>
                </a:solidFill>
              </a:rPr>
              <a:t>Step 2</a:t>
            </a:r>
          </a:p>
          <a:p>
            <a:pPr>
              <a:spcAft>
                <a:spcPts val="900"/>
              </a:spcAft>
            </a:pPr>
            <a:r>
              <a:rPr sz="1200" b="0" i="0">
                <a:solidFill>
                  <a:srgbClr val="222222"/>
                </a:solidFill>
              </a:rPr>
              <a:t>Let the OMol25 models search transition states</a:t>
            </a:r>
          </a:p>
          <a:p>
            <a:pPr>
              <a:spcAft>
                <a:spcPts val="900"/>
              </a:spcAft>
            </a:pPr>
            <a:r>
              <a:rPr sz="1800" b="1" i="0">
                <a:solidFill>
                  <a:srgbClr val="030F4F"/>
                </a:solidFill>
              </a:rPr>
              <a:t>Step 3</a:t>
            </a:r>
          </a:p>
          <a:p>
            <a:pPr>
              <a:spcAft>
                <a:spcPts val="900"/>
              </a:spcAft>
            </a:pPr>
            <a:r>
              <a:rPr sz="1200" b="0" i="0">
                <a:solidFill>
                  <a:srgbClr val="222222"/>
                </a:solidFill>
              </a:rPr>
              <a:t>Check every result with DFT on the unrestricted surface</a:t>
            </a:r>
          </a:p>
          <a:p>
            <a:pPr>
              <a:spcAft>
                <a:spcPts val="900"/>
              </a:spcAft>
            </a:pPr>
            <a:r>
              <a:rPr sz="1800" b="1" i="0">
                <a:solidFill>
                  <a:srgbClr val="030F4F"/>
                </a:solidFill>
              </a:rPr>
              <a:t>Step 4</a:t>
            </a:r>
          </a:p>
          <a:p>
            <a:pPr>
              <a:spcAft>
                <a:spcPts val="900"/>
              </a:spcAft>
            </a:pPr>
            <a:r>
              <a:rPr sz="1200" b="0" i="0">
                <a:solidFill>
                  <a:srgbClr val="222222"/>
                </a:solidFill>
              </a:rPr>
              <a:t>Sort into closed-shell and broken-symmetry, same metrics on both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a:solidFill>
                  <a:srgbClr val="030F4F"/>
                </a:solidFill>
              </a:rPr>
              <a:t>RQ2 – Higher-Fidelity Relabelling Without Re-optimising the Path Is Not Enough</a:t>
            </a:r>
          </a:p>
        </p:txBody>
      </p:sp>
      <p:pic>
        <p:nvPicPr>
          <p:cNvPr id="3" name="Picture 2" descr="pic_rq2_workflow.png"/>
          <p:cNvPicPr>
            <a:picLocks noChangeAspect="1"/>
          </p:cNvPicPr>
          <p:nvPr/>
        </p:nvPicPr>
        <p:blipFill>
          <a:blip r:embed="rId2"/>
          <a:stretch>
            <a:fillRect/>
          </a:stretch>
        </p:blipFill>
        <p:spPr>
          <a:xfrm>
            <a:off x="7498079" y="1737360"/>
            <a:ext cx="4297680" cy="2161683"/>
          </a:xfrm>
          <a:prstGeom prst="rect">
            <a:avLst/>
          </a:prstGeom>
        </p:spPr>
      </p:pic>
      <p:sp>
        <p:nvSpPr>
          <p:cNvPr id="4" name="TextBox 3"/>
          <p:cNvSpPr txBox="1"/>
          <p:nvPr/>
        </p:nvSpPr>
        <p:spPr>
          <a:xfrm>
            <a:off x="457200" y="1554480"/>
            <a:ext cx="6766560" cy="4754880"/>
          </a:xfrm>
          <a:prstGeom prst="rect">
            <a:avLst/>
          </a:prstGeom>
          <a:noFill/>
        </p:spPr>
        <p:txBody>
          <a:bodyPr wrap="square" lIns="45720" rIns="45720" tIns="18288" bIns="18288" anchor="t">
            <a:spAutoFit/>
          </a:bodyPr>
          <a:lstStyle/>
          <a:p>
            <a:pPr>
              <a:spcAft>
                <a:spcPts val="1000"/>
              </a:spcAft>
            </a:pPr>
            <a:r>
              <a:rPr sz="1800" b="1" i="0">
                <a:solidFill>
                  <a:srgbClr val="030F4F"/>
                </a:solidFill>
              </a:rPr>
              <a:t>Step 1   Select reactions</a:t>
            </a:r>
          </a:p>
          <a:p>
            <a:pPr>
              <a:spcAft>
                <a:spcPts val="1000"/>
              </a:spcAft>
            </a:pPr>
            <a:r>
              <a:rPr sz="1400" b="0" i="0">
                <a:solidFill>
                  <a:srgbClr val="222222"/>
                </a:solidFill>
              </a:rPr>
              <a:t>45 reactions from the Transition1x test split, ranked by multireference character (N_FOD): 15 low, 15 mid, 15 high</a:t>
            </a:r>
          </a:p>
          <a:p>
            <a:pPr>
              <a:spcAft>
                <a:spcPts val="1000"/>
              </a:spcAft>
            </a:pPr>
            <a:r>
              <a:rPr sz="1400" b="0" i="0">
                <a:solidFill>
                  <a:srgbClr val="222222"/>
                </a:solidFill>
              </a:rPr>
              <a:t>at high MR the restricted solution is expected to be unstable, so </a:t>
            </a:r>
            <a:r>
              <a:rPr sz="1400" b="1" i="0">
                <a:solidFill>
                  <a:srgbClr val="222222"/>
                </a:solidFill>
              </a:rPr>
              <a:t>broken-symmetry transition states</a:t>
            </a:r>
            <a:r>
              <a:rPr sz="1400" b="0" i="0">
                <a:solidFill>
                  <a:srgbClr val="222222"/>
                </a:solidFill>
              </a:rPr>
              <a:t> appear there</a:t>
            </a:r>
          </a:p>
          <a:p>
            <a:pPr>
              <a:spcAft>
                <a:spcPts val="1000"/>
              </a:spcAft>
            </a:pPr>
            <a:r>
              <a:rPr sz="1400" b="0" i="0">
                <a:solidFill>
                  <a:srgbClr val="222222"/>
                </a:solidFill>
              </a:rPr>
              <a:t/>
            </a:r>
            <a:r>
              <a:rPr sz="1400" b="1" i="0">
                <a:solidFill>
                  <a:srgbClr val="222222"/>
                </a:solidFill>
              </a:rPr>
              <a:t>no unrestricted reference transition state exists</a:t>
            </a:r>
            <a:r>
              <a:rPr sz="1400" b="0" i="0">
                <a:solidFill>
                  <a:srgbClr val="222222"/>
                </a:solidFill>
              </a:rPr>
              <a:t> for any of them. That is the point, so the check has to work without 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a:solidFill>
                  <a:srgbClr val="030F4F"/>
                </a:solidFill>
              </a:rPr>
              <a:t>RQ2 – Higher-Fidelity Relabelling Without Re-optimising the Path Is Not Enough</a:t>
            </a:r>
          </a:p>
        </p:txBody>
      </p:sp>
      <p:pic>
        <p:nvPicPr>
          <p:cNvPr id="3" name="Picture 2" descr="pic_rq2_workflow.png"/>
          <p:cNvPicPr>
            <a:picLocks noChangeAspect="1"/>
          </p:cNvPicPr>
          <p:nvPr/>
        </p:nvPicPr>
        <p:blipFill>
          <a:blip r:embed="rId2"/>
          <a:stretch>
            <a:fillRect/>
          </a:stretch>
        </p:blipFill>
        <p:spPr>
          <a:xfrm>
            <a:off x="7498079" y="1737360"/>
            <a:ext cx="4297680" cy="2161683"/>
          </a:xfrm>
          <a:prstGeom prst="rect">
            <a:avLst/>
          </a:prstGeom>
        </p:spPr>
      </p:pic>
      <p:sp>
        <p:nvSpPr>
          <p:cNvPr id="4" name="TextBox 3"/>
          <p:cNvSpPr txBox="1"/>
          <p:nvPr/>
        </p:nvSpPr>
        <p:spPr>
          <a:xfrm>
            <a:off x="457200" y="1554480"/>
            <a:ext cx="6766560" cy="4754880"/>
          </a:xfrm>
          <a:prstGeom prst="rect">
            <a:avLst/>
          </a:prstGeom>
          <a:noFill/>
        </p:spPr>
        <p:txBody>
          <a:bodyPr wrap="square" lIns="45720" rIns="45720" tIns="18288" bIns="18288" anchor="t">
            <a:spAutoFit/>
          </a:bodyPr>
          <a:lstStyle/>
          <a:p>
            <a:pPr>
              <a:spcAft>
                <a:spcPts val="1000"/>
              </a:spcAft>
            </a:pPr>
            <a:r>
              <a:rPr sz="1800" b="1" i="0">
                <a:solidFill>
                  <a:srgbClr val="030F4F"/>
                </a:solidFill>
              </a:rPr>
              <a:t>Step 2   Search</a:t>
            </a:r>
          </a:p>
          <a:p>
            <a:pPr>
              <a:spcAft>
                <a:spcPts val="1000"/>
              </a:spcAft>
            </a:pPr>
            <a:r>
              <a:rPr sz="1400" b="0" i="0">
                <a:solidFill>
                  <a:srgbClr val="222222"/>
                </a:solidFill>
              </a:rPr>
              <a:t>three OMol25 models, used as released: </a:t>
            </a:r>
            <a:r>
              <a:rPr sz="1400" b="1" i="0">
                <a:solidFill>
                  <a:srgbClr val="222222"/>
                </a:solidFill>
              </a:rPr>
              <a:t>UMA-S, UMA-M, eSEN</a:t>
            </a:r>
            <a:r>
              <a:rPr sz="1400" b="0" i="0">
                <a:solidFill>
                  <a:srgbClr val="222222"/>
                </a:solidFill>
              </a:rPr>
              <a:t/>
            </a:r>
          </a:p>
          <a:p>
            <a:pPr>
              <a:spcAft>
                <a:spcPts val="1000"/>
              </a:spcAft>
            </a:pPr>
            <a:r>
              <a:rPr sz="1400" b="0" i="0">
                <a:solidFill>
                  <a:srgbClr val="222222"/>
                </a:solidFill>
              </a:rPr>
              <a:t>each runs the full workflow itself: relax reactant and product, CI-NEB with the same settings as the DFT reference</a:t>
            </a:r>
          </a:p>
          <a:p>
            <a:pPr>
              <a:spcAft>
                <a:spcPts val="1000"/>
              </a:spcAft>
            </a:pPr>
            <a:r>
              <a:rPr sz="1400" b="0" i="0">
                <a:solidFill>
                  <a:srgbClr val="222222"/>
                </a:solidFill>
              </a:rPr>
              <a:t>135 searches, </a:t>
            </a:r>
            <a:r>
              <a:rPr sz="1400" b="1" i="0">
                <a:solidFill>
                  <a:srgbClr val="222222"/>
                </a:solidFill>
              </a:rPr>
              <a:t>133 report success</a:t>
            </a:r>
            <a:r>
              <a:rPr sz="1400" b="0" i="0">
                <a:solidFill>
                  <a:srgbClr val="222222"/>
                </a:solidFill>
              </a:rPr>
              <a:t>. The workflow never says it could not find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a:solidFill>
                  <a:srgbClr val="030F4F"/>
                </a:solidFill>
              </a:rPr>
              <a:t>RQ2 – Higher-Fidelity Relabelling Without Re-optimising the Path Is Not Enough</a:t>
            </a:r>
          </a:p>
        </p:txBody>
      </p:sp>
      <p:pic>
        <p:nvPicPr>
          <p:cNvPr id="3" name="Picture 2" descr="pic_rq2_workflow.png"/>
          <p:cNvPicPr>
            <a:picLocks noChangeAspect="1"/>
          </p:cNvPicPr>
          <p:nvPr/>
        </p:nvPicPr>
        <p:blipFill>
          <a:blip r:embed="rId2"/>
          <a:stretch>
            <a:fillRect/>
          </a:stretch>
        </p:blipFill>
        <p:spPr>
          <a:xfrm>
            <a:off x="7498079" y="1737360"/>
            <a:ext cx="4297680" cy="2161683"/>
          </a:xfrm>
          <a:prstGeom prst="rect">
            <a:avLst/>
          </a:prstGeom>
        </p:spPr>
      </p:pic>
      <p:sp>
        <p:nvSpPr>
          <p:cNvPr id="4" name="TextBox 3"/>
          <p:cNvSpPr txBox="1"/>
          <p:nvPr/>
        </p:nvSpPr>
        <p:spPr>
          <a:xfrm>
            <a:off x="457200" y="1554480"/>
            <a:ext cx="6766560" cy="4754880"/>
          </a:xfrm>
          <a:prstGeom prst="rect">
            <a:avLst/>
          </a:prstGeom>
          <a:noFill/>
        </p:spPr>
        <p:txBody>
          <a:bodyPr wrap="square" lIns="45720" rIns="45720" tIns="18288" bIns="18288" anchor="t">
            <a:spAutoFit/>
          </a:bodyPr>
          <a:lstStyle/>
          <a:p>
            <a:pPr>
              <a:spcAft>
                <a:spcPts val="1000"/>
              </a:spcAft>
            </a:pPr>
            <a:r>
              <a:rPr sz="1800" b="1" i="0">
                <a:solidFill>
                  <a:srgbClr val="030F4F"/>
                </a:solidFill>
              </a:rPr>
              <a:t>Step 3   Check</a:t>
            </a:r>
          </a:p>
          <a:p>
            <a:pPr>
              <a:spcAft>
                <a:spcPts val="1000"/>
              </a:spcAft>
            </a:pPr>
            <a:r>
              <a:rPr sz="1400" b="0" i="0">
                <a:solidFill>
                  <a:srgbClr val="222222"/>
                </a:solidFill>
              </a:rPr>
              <a:t>one DFT single point at every transition state a model delivers, with the </a:t>
            </a:r>
            <a:r>
              <a:rPr sz="1400" b="1" i="0">
                <a:solidFill>
                  <a:srgbClr val="222222"/>
                </a:solidFill>
              </a:rPr>
              <a:t>OMol25 protocol</a:t>
            </a:r>
            <a:r>
              <a:rPr sz="1400" b="0" i="0">
                <a:solidFill>
                  <a:srgbClr val="222222"/>
                </a:solidFill>
              </a:rPr>
              <a:t>: ωB97M-V/def2-TZVPD, unrestricted, plus a stability analysis</a:t>
            </a:r>
          </a:p>
          <a:p>
            <a:pPr>
              <a:spcAft>
                <a:spcPts val="1000"/>
              </a:spcAft>
            </a:pPr>
            <a:r>
              <a:rPr sz="1400" b="0" i="0">
                <a:solidFill>
                  <a:srgbClr val="222222"/>
                </a:solidFill>
              </a:rPr>
              <a:t/>
            </a:r>
            <a:r>
              <a:rPr sz="1400" b="1" i="0">
                <a:solidFill>
                  <a:srgbClr val="222222"/>
                </a:solidFill>
              </a:rPr>
              <a:t>no optimisation</a:t>
            </a:r>
            <a:r>
              <a:rPr sz="1400" b="0" i="0">
                <a:solidFill>
                  <a:srgbClr val="222222"/>
                </a:solidFill>
              </a:rPr>
              <a:t>. The structure is judged where the model left it</a:t>
            </a:r>
          </a:p>
          <a:p>
            <a:pPr>
              <a:spcAft>
                <a:spcPts val="1000"/>
              </a:spcAft>
            </a:pPr>
            <a:r>
              <a:rPr sz="1400" b="0" i="0">
                <a:solidFill>
                  <a:srgbClr val="222222"/>
                </a:solidFill>
              </a:rPr>
              <a:t>it yields: the residual force on the unrestricted surface (is it a stationary point?), the energy (the barrier, and the model's own error at the point), and ⟨S²⟩</a:t>
            </a:r>
          </a:p>
          <a:p>
            <a:pPr>
              <a:spcAft>
                <a:spcPts val="1000"/>
              </a:spcAft>
            </a:pPr>
            <a:r>
              <a:rPr sz="1400" b="0" i="0">
                <a:solidFill>
                  <a:srgbClr val="222222"/>
                </a:solidFill>
              </a:rPr>
              <a:t/>
            </a:r>
          </a:p>
          <a:p>
            <a:pPr>
              <a:spcAft>
                <a:spcPts val="1000"/>
              </a:spcAft>
            </a:pPr>
            <a:r>
              <a:rPr sz="1200" b="0" i="0">
                <a:solidFill>
                  <a:srgbClr val="7F7F86"/>
                </a:solidFill>
              </a:rPr>
              <a:t>the residual force is the largest force component at the structure; zero at a transition state relaxed on that surface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a:solidFill>
                  <a:srgbClr val="030F4F"/>
                </a:solidFill>
              </a:rPr>
              <a:t>RQ2 – Higher-Fidelity Relabelling Without Re-optimising the Path Is Not Enough</a:t>
            </a:r>
          </a:p>
        </p:txBody>
      </p:sp>
      <p:pic>
        <p:nvPicPr>
          <p:cNvPr id="3" name="Picture 2" descr="pic_rq2_workflow.png"/>
          <p:cNvPicPr>
            <a:picLocks noChangeAspect="1"/>
          </p:cNvPicPr>
          <p:nvPr/>
        </p:nvPicPr>
        <p:blipFill>
          <a:blip r:embed="rId2"/>
          <a:stretch>
            <a:fillRect/>
          </a:stretch>
        </p:blipFill>
        <p:spPr>
          <a:xfrm>
            <a:off x="7498079" y="1737360"/>
            <a:ext cx="4297680" cy="2161683"/>
          </a:xfrm>
          <a:prstGeom prst="rect">
            <a:avLst/>
          </a:prstGeom>
        </p:spPr>
      </p:pic>
      <p:sp>
        <p:nvSpPr>
          <p:cNvPr id="4" name="TextBox 3"/>
          <p:cNvSpPr txBox="1"/>
          <p:nvPr/>
        </p:nvSpPr>
        <p:spPr>
          <a:xfrm>
            <a:off x="457200" y="1554480"/>
            <a:ext cx="6766560" cy="4754880"/>
          </a:xfrm>
          <a:prstGeom prst="rect">
            <a:avLst/>
          </a:prstGeom>
          <a:noFill/>
        </p:spPr>
        <p:txBody>
          <a:bodyPr wrap="square" lIns="45720" rIns="45720" tIns="18288" bIns="18288" anchor="t">
            <a:spAutoFit/>
          </a:bodyPr>
          <a:lstStyle/>
          <a:p>
            <a:pPr>
              <a:spcAft>
                <a:spcPts val="1000"/>
              </a:spcAft>
            </a:pPr>
            <a:r>
              <a:rPr sz="1800" b="1" i="0">
                <a:solidFill>
                  <a:srgbClr val="030F4F"/>
                </a:solidFill>
              </a:rPr>
              <a:t>Step 4   Sort and compare</a:t>
            </a:r>
          </a:p>
          <a:p>
            <a:pPr>
              <a:spcAft>
                <a:spcPts val="1000"/>
              </a:spcAft>
            </a:pPr>
            <a:r>
              <a:rPr sz="1400" b="0" i="0">
                <a:solidFill>
                  <a:srgbClr val="222222"/>
                </a:solidFill>
              </a:rPr>
              <a:t>⟨S²⟩ = 0: closed-shell, 82 structures.  ⟨S²⟩ &gt; 0: broken-symmetry, 53 structures. </a:t>
            </a:r>
            <a:r>
              <a:rPr sz="1400" b="1" i="0">
                <a:solidFill>
                  <a:srgbClr val="222222"/>
                </a:solidFill>
              </a:rPr>
              <a:t>No borderline case</a:t>
            </a:r>
            <a:r>
              <a:rPr sz="1400" b="0" i="0">
                <a:solidFill>
                  <a:srgbClr val="222222"/>
                </a:solidFill>
              </a:rPr>
              <a:t/>
            </a:r>
          </a:p>
          <a:p>
            <a:pPr>
              <a:spcAft>
                <a:spcPts val="1000"/>
              </a:spcAft>
            </a:pPr>
            <a:r>
              <a:rPr sz="1400" b="0" i="0">
                <a:solidFill>
                  <a:srgbClr val="222222"/>
                </a:solidFill>
              </a:rPr>
              <a:t>closed-shell: the two surfaces coincide, the models are on home ground</a:t>
            </a:r>
          </a:p>
          <a:p>
            <a:pPr>
              <a:spcAft>
                <a:spcPts val="1000"/>
              </a:spcAft>
            </a:pPr>
            <a:r>
              <a:rPr sz="1400" b="0" i="0">
                <a:solidFill>
                  <a:srgbClr val="222222"/>
                </a:solidFill>
              </a:rPr>
              <a:t>broken-symmetry: the unrestricted surface has its own transition state, and </a:t>
            </a:r>
            <a:r>
              <a:rPr sz="1400" b="1" i="0">
                <a:solidFill>
                  <a:srgbClr val="222222"/>
                </a:solidFill>
              </a:rPr>
              <a:t>no training geometry sat on it</a:t>
            </a:r>
            <a:r>
              <a:rPr sz="1400" b="0" i="0">
                <a:solidFill>
                  <a:srgbClr val="222222"/>
                </a:solidFill>
              </a:rPr>
              <a:t/>
            </a:r>
          </a:p>
          <a:p>
            <a:pPr>
              <a:spcAft>
                <a:spcPts val="1000"/>
              </a:spcAft>
            </a:pPr>
            <a:r>
              <a:rPr sz="1400" b="0" i="0">
                <a:solidFill>
                  <a:srgbClr val="222222"/>
                </a:solidFill>
              </a:rPr>
              <a:t>same metrics on both groups. </a:t>
            </a:r>
            <a:r>
              <a:rPr sz="1400" b="1" i="0">
                <a:solidFill>
                  <a:srgbClr val="222222"/>
                </a:solidFill>
              </a:rPr>
              <a:t>Do the models do as well in the second?</a:t>
            </a:r>
            <a:r>
              <a:rPr sz="1400" b="0" i="0">
                <a:solidFill>
                  <a:srgbClr val="222222"/>
                </a:solidFill>
              </a:rPr>
              <a:t/>
            </a:r>
          </a:p>
          <a:p>
            <a:pPr>
              <a:spcAft>
                <a:spcPts val="1000"/>
              </a:spcAft>
            </a:pPr>
            <a:r>
              <a:rPr sz="1400" b="0" i="0">
                <a:solidFill>
                  <a:srgbClr val="222222"/>
                </a:solidFill>
              </a:rPr>
              <a:t/>
            </a:r>
          </a:p>
          <a:p>
            <a:pPr>
              <a:spcAft>
                <a:spcPts val="1000"/>
              </a:spcAft>
            </a:pPr>
            <a:r>
              <a:rPr sz="1200" b="0" i="0">
                <a:solidFill>
                  <a:srgbClr val="7F7F86"/>
                </a:solidFill>
              </a:rPr>
              <a:t>the comparison is between the groups, not against a reference; the residual force says how far from a stationary point a structure is, on the surface the labels came from</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HAPE_LOCKS" val="0"/>
</p:tagLst>
</file>

<file path=ppt/tags/tag2.xml><?xml version="1.0" encoding="utf-8"?>
<p:tagLst xmlns:a="http://schemas.openxmlformats.org/drawingml/2006/main" xmlns:r="http://schemas.openxmlformats.org/officeDocument/2006/relationships" xmlns:p="http://schemas.openxmlformats.org/presentationml/2006/main">
  <p:tag name="SHAPE_LOCKS" val="0"/>
</p:tagLst>
</file>

<file path=ppt/tags/tag3.xml><?xml version="1.0" encoding="utf-8"?>
<p:tagLst xmlns:a="http://schemas.openxmlformats.org/drawingml/2006/main" xmlns:r="http://schemas.openxmlformats.org/officeDocument/2006/relationships" xmlns:p="http://schemas.openxmlformats.org/presentationml/2006/main">
  <p:tag name="SHAPE_LOCKS" val="0"/>
</p:tagLst>
</file>

<file path=ppt/tags/tag4.xml><?xml version="1.0" encoding="utf-8"?>
<p:tagLst xmlns:a="http://schemas.openxmlformats.org/drawingml/2006/main" xmlns:r="http://schemas.openxmlformats.org/officeDocument/2006/relationships" xmlns:p="http://schemas.openxmlformats.org/presentationml/2006/main">
  <p:tag name="SHAPE_LOCKS" val="0"/>
</p:tagLst>
</file>

<file path=ppt/theme/theme1.xml><?xml version="1.0" encoding="utf-8"?>
<a:theme xmlns:a="http://schemas.openxmlformats.org/drawingml/2006/main" name="Blank">
  <a:themeElements>
    <a:clrScheme name="DTU Navy Blue">
      <a:dk1>
        <a:srgbClr val="000000"/>
      </a:dk1>
      <a:lt1>
        <a:srgbClr val="FFFFFF"/>
      </a:lt1>
      <a:dk2>
        <a:srgbClr val="030F4F"/>
      </a:dk2>
      <a:lt2>
        <a:srgbClr val="79238E"/>
      </a:lt2>
      <a:accent1>
        <a:srgbClr val="030F4F"/>
      </a:accent1>
      <a:accent2>
        <a:srgbClr val="2F3EEA"/>
      </a:accent2>
      <a:accent3>
        <a:srgbClr val="1FD082"/>
      </a:accent3>
      <a:accent4>
        <a:srgbClr val="171748"/>
      </a:accent4>
      <a:accent5>
        <a:srgbClr val="F6D04D"/>
      </a:accent5>
      <a:accent6>
        <a:srgbClr val="FC7634"/>
      </a:accent6>
      <a:hlink>
        <a:srgbClr val="2F3EEA"/>
      </a:hlink>
      <a:folHlink>
        <a:srgbClr val="030F4F"/>
      </a:folHlink>
    </a:clrScheme>
    <a:fontScheme name="DT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accent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ts val="432"/>
          </a:spcBef>
          <a:spcAft>
            <a:spcPct val="0"/>
          </a:spcAft>
          <a:buClrTx/>
          <a:buSzTx/>
          <a:buFontTx/>
          <a:buNone/>
          <a:tabLst/>
          <a:defRPr kumimoji="0" sz="1600" b="0" i="0" u="none" strike="noStrike" cap="none" normalizeH="0" baseline="0" dirty="0" err="1" smtClean="0">
            <a:ln>
              <a:noFill/>
            </a:ln>
            <a:solidFill>
              <a:srgbClr val="FFFFFF"/>
            </a:solidFill>
            <a:effectLst/>
            <a:latin typeface="+mn-lt"/>
            <a:ea typeface="ＭＳ Ｐゴシック" pitchFamily="-80" charset="-128"/>
          </a:defRPr>
        </a:defPPr>
      </a:lstStyle>
    </a:spDef>
    <a:lnDef>
      <a:spPr bwMode="auto">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lIns="0" tIns="0" rIns="0" bIns="0" rtlCol="0">
        <a:spAutoFit/>
      </a:bodyPr>
      <a:lstStyle>
        <a:defPPr algn="l">
          <a:spcBef>
            <a:spcPts val="432"/>
          </a:spcBef>
          <a:defRPr dirty="0" err="1" smtClean="0">
            <a:latin typeface="+mn-lt"/>
          </a:defRPr>
        </a:defPPr>
      </a:lstStyle>
    </a:txDef>
  </a:objectDefaults>
  <a:extraClrSchemeLst/>
  <a:extLst>
    <a:ext uri="{05A4C25C-085E-4340-85A3-A5531E510DB2}">
      <thm15:themeFamily xmlns:thm15="http://schemas.microsoft.com/office/thememl/2012/main" name="Red_doorporate_DK_.potx" id="{53DCBCD5-389E-4100-85BE-9D9F91FE8BB7}" vid="{92762ABB-E8FB-4BCC-9C0C-8FD908B1C889}"/>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ADA1FD2B40FDA458284BB6FCA763489" ma:contentTypeVersion="6" ma:contentTypeDescription="Create a new document." ma:contentTypeScope="" ma:versionID="cccb3bc81e691d516a767b109d3cd329">
  <xsd:schema xmlns:xsd="http://www.w3.org/2001/XMLSchema" xmlns:xs="http://www.w3.org/2001/XMLSchema" xmlns:p="http://schemas.microsoft.com/office/2006/metadata/properties" xmlns:ns2="683dcda1-f8c3-442f-ae64-e236c052732d" xmlns:ns3="715bde23-c48d-41ea-a697-dffaa8fbae8d" targetNamespace="http://schemas.microsoft.com/office/2006/metadata/properties" ma:root="true" ma:fieldsID="ccfcd265b5d4dee778a0ee10ef25187c" ns2:_="" ns3:_="">
    <xsd:import namespace="683dcda1-f8c3-442f-ae64-e236c052732d"/>
    <xsd:import namespace="715bde23-c48d-41ea-a697-dffaa8fbae8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3dcda1-f8c3-442f-ae64-e236c05273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15bde23-c48d-41ea-a697-dffaa8fbae8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715bde23-c48d-41ea-a697-dffaa8fbae8d"/>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261DAC-624D-4DA1-960A-3A3253F019BF}"/>
</file>

<file path=customXml/itemProps2.xml><?xml version="1.0" encoding="utf-8"?>
<ds:datastoreItem xmlns:ds="http://schemas.openxmlformats.org/officeDocument/2006/customXml" ds:itemID="{55F20C36-75B9-412C-984C-BB0C68788AE9}">
  <ds:schemaRefs>
    <ds:schemaRef ds:uri="http://schemas.microsoft.com/office/2006/metadata/properties"/>
    <ds:schemaRef ds:uri="http://schemas.microsoft.com/office/infopath/2007/PartnerControls"/>
    <ds:schemaRef ds:uri="715bde23-c48d-41ea-a697-dffaa8fbae8d"/>
  </ds:schemaRefs>
</ds:datastoreItem>
</file>

<file path=customXml/itemProps3.xml><?xml version="1.0" encoding="utf-8"?>
<ds:datastoreItem xmlns:ds="http://schemas.openxmlformats.org/officeDocument/2006/customXml" ds:itemID="{FFAA86A3-D07C-4999-80B6-325F774CCE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201</Words>
  <Application>Microsoft Office PowerPoint</Application>
  <PresentationFormat>Widescreen</PresentationFormat>
  <Paragraphs>26</Paragraphs>
  <Slides>3</Slides>
  <Notes>2</Notes>
  <HiddenSlides>1</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vt:i4>
      </vt:variant>
    </vt:vector>
  </HeadingPairs>
  <TitlesOfParts>
    <vt:vector size="9" baseType="lpstr">
      <vt:lpstr>Aptos</vt:lpstr>
      <vt:lpstr>Arial</vt:lpstr>
      <vt:lpstr>Calibri</vt:lpstr>
      <vt:lpstr>Verdana</vt:lpstr>
      <vt:lpstr>Blank</vt:lpstr>
      <vt:lpstr>1_Office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DTU</dc:creator>
  <cp:lastModifiedBy>DTU</cp:lastModifiedBy>
  <cp:revision>1</cp:revision>
  <dcterms:created xsi:type="dcterms:W3CDTF">2026-09-22T13:08:17Z</dcterms:created>
  <dcterms:modified xsi:type="dcterms:W3CDTF">2026-09-24T08:01:23Z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0x0101009ADA1FD2B40FDA458284BB6FCA763489</vt:lpwstr>
  </property>
</Properties>
</file>