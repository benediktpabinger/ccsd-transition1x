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4"/>
  </p:sldMasterIdLst>
  <p:notesMasterIdLst>
    <p:notesMasterId r:id="rId9"/>
  </p:notesMasterIdLst>
  <p:handoutMasterIdLst>
    <p:handoutMasterId r:id="rId10"/>
  </p:handoutMasterIdLst>
  <p:sldIdLst>
    <p:sldId id="256" r:id="rId8"/>
    <p:sldId id="257" r:id="rId7"/>
  </p:sldIdLst>
  <p:sldSz cx="12192000" cy="6858000"/>
  <p:notesSz cx="6858000" cy="9144000"/>
  <p:defaultTextStyle>
    <a:defPPr>
      <a:defRPr lang="en-GB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5" autoAdjust="0"/>
    <p:restoredTop sz="81797" autoAdjust="0"/>
  </p:normalViewPr>
  <p:slideViewPr>
    <p:cSldViewPr showGuides="1">
      <p:cViewPr varScale="1">
        <p:scale>
          <a:sx n="60" d="100"/>
          <a:sy n="60" d="100"/>
        </p:scale>
        <p:origin x="1327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en-GB" smtClean="0">
                <a:latin typeface="Arial" panose="020B0604020202020204" pitchFamily="34" charset="0"/>
              </a:rPr>
              <a:pPr/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 err="1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30F4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30F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3676" name="text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30F4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30F4F"/>
                </a:solidFill>
              </a:rPr>
              <a:t>RQ1</a:t>
            </a:r>
          </a:p>
          <a:p>
            <a:pPr>
              <a:spcAft>
                <a:spcPts val="800"/>
              </a:spcAft>
            </a:pPr>
            <a:r>
              <a:rPr sz="1200" b="0" i="1">
                <a:solidFill>
                  <a:srgbClr val="7F7F86"/>
                </a:solidFill>
              </a:rPr>
              <a:t>Can a model be lifted to a higher level of theory by relabelling only a subset of its training data?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22222"/>
                </a:solidFill>
              </a:rPr>
              <a:t>Yes</a:t>
            </a:r>
            <a:r>
              <a:rPr sz="1300" b="0" i="0">
                <a:solidFill>
                  <a:srgbClr val="222222"/>
                </a:solidFill>
              </a:rPr>
              <a:t>, as long as the spin formalism is not changed with the labels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•  Under 1 % relabelled: force error to a third in every tier, energies improve in every tier, geometries as good as MACE's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•  Barriers: error drops to a third at low MR; at mid and high MR the correction overshoots, mostly the base model's error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•  The correction is bounded by the base model: 42 meV of MACE's own error pass through unchanged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394960" cy="4846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30F4F"/>
                </a:solidFill>
              </a:rPr>
              <a:t>RQ2</a:t>
            </a:r>
          </a:p>
          <a:p>
            <a:pPr>
              <a:spcAft>
                <a:spcPts val="800"/>
              </a:spcAft>
            </a:pPr>
            <a:r>
              <a:rPr sz="1200" b="0" i="1">
                <a:solidFill>
                  <a:srgbClr val="7F7F86"/>
                </a:solidFill>
              </a:rPr>
              <a:t>Can a model learn a surface from paths that were never relaxed on that surface?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22222"/>
                </a:solidFill>
              </a:rPr>
              <a:t>Yes when only the level of theory changes. No when the spin formalism changes as well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•  At broken-symmetry transition states the models deliver structures that are not stationary points: DFT residual forces 2.5 times larger, while their own forces report convergence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•  Force error two to three times larger, energies within chemical accuracy: the barrier error is a geometry error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•  Part of this is multireference character itself; at equal MR character a factor of about 1.6 remains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•  Two candidate causes: the training data, never relaxed on the unrestricted surface, and the shape of that surface. The data do not decide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0" y="1554480"/>
            <a:ext cx="0" cy="4572000"/>
          </a:xfrm>
          <a:prstGeom prst="line">
            <a:avLst/>
          </a:prstGeom>
          <a:ln w="12700">
            <a:solidFill>
              <a:srgbClr val="D0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30F4F"/>
                </a:solidFill>
              </a:rPr>
              <a:t>Implications and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1800"/>
              </a:spcAft>
            </a:pPr>
            <a:r>
              <a:rPr sz="1600" b="1" i="0">
                <a:solidFill>
                  <a:srgbClr val="222222"/>
                </a:solidFill>
              </a:rPr>
              <a:t>A test that needs no reference.  </a:t>
            </a:r>
            <a:r>
              <a:rPr sz="1600" b="0" i="0">
                <a:solidFill>
                  <a:srgbClr val="222222"/>
                </a:solidFill>
              </a:rPr>
              <a:t>One unrestricted DFT single point with a stability analysis at the structure a model delivers. It shows for any model and any reaction whether a stationary point of the unrestricted surface was found</a:t>
            </a:r>
          </a:p>
          <a:p>
            <a:pPr>
              <a:spcAft>
                <a:spcPts val="1800"/>
              </a:spcAft>
            </a:pPr>
            <a:r>
              <a:rPr sz="1600" b="1" i="0">
                <a:solidFill>
                  <a:srgbClr val="222222"/>
                </a:solidFill>
              </a:rPr>
              <a:t>In practice.  </a:t>
            </a:r>
            <a:r>
              <a:rPr sz="1600" b="0" i="0">
                <a:solidFill>
                  <a:srgbClr val="222222"/>
                </a:solidFill>
              </a:rPr>
              <a:t>Run it at every transition state that is trusted further: as a training point, a reference or a starting point</a:t>
            </a:r>
          </a:p>
          <a:p>
            <a:pPr>
              <a:spcAft>
                <a:spcPts val="1800"/>
              </a:spcAft>
            </a:pPr>
            <a:r>
              <a:rPr sz="1600" b="1" i="0">
                <a:solidFill>
                  <a:srgbClr val="222222"/>
                </a:solidFill>
              </a:rPr>
              <a:t>Benchmarks.  </a:t>
            </a:r>
            <a:r>
              <a:rPr sz="1600" b="0" i="0">
                <a:solidFill>
                  <a:srgbClr val="222222"/>
                </a:solidFill>
              </a:rPr>
              <a:t>None tests models at broken-symmetry transition states; reported success rates were measured on restricted references</a:t>
            </a:r>
          </a:p>
          <a:p>
            <a:pPr>
              <a:spcAft>
                <a:spcPts val="1800"/>
              </a:spcAft>
            </a:pPr>
            <a:r>
              <a:rPr sz="1600" b="1" i="0">
                <a:solidFill>
                  <a:srgbClr val="222222"/>
                </a:solidFill>
              </a:rPr>
              <a:t>Future work.  </a:t>
            </a:r>
            <a:r>
              <a:rPr sz="1600" b="0" i="0">
                <a:solidFill>
                  <a:srgbClr val="222222"/>
                </a:solidFill>
              </a:rPr>
              <a:t>Fine-tune on paths relaxed on the unrestricted surface. If the training data are the cause the errors disappear; if the shape of the surface is the cause they remain. The same paths give a benchmark of broken-symmetry saddles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 Navy Blue">
      <a:dk1>
        <a:srgbClr val="000000"/>
      </a:dk1>
      <a:lt1>
        <a:srgbClr val="FFFFFF"/>
      </a:lt1>
      <a:dk2>
        <a:srgbClr val="030F4F"/>
      </a:dk2>
      <a:lt2>
        <a:srgbClr val="79238E"/>
      </a:lt2>
      <a:accent1>
        <a:srgbClr val="030F4F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030F4F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_doorporate_DK_.potx" id="{53DCBCD5-389E-4100-85BE-9D9F91FE8BB7}" vid="{92762ABB-E8FB-4BCC-9C0C-8FD908B1C889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6" ma:contentTypeDescription="Create a new document." ma:contentTypeScope="" ma:versionID="cccb3bc81e691d516a767b109d3cd329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ccfcd265b5d4dee778a0ee10ef25187c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5bde23-c48d-41ea-a697-dffaa8fbae8d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261DAC-624D-4DA1-960A-3A3253F019BF}"/>
</file>

<file path=customXml/itemProps2.xml><?xml version="1.0" encoding="utf-8"?>
<ds:datastoreItem xmlns:ds="http://schemas.openxmlformats.org/officeDocument/2006/customXml" ds:itemID="{55F20C36-75B9-412C-984C-BB0C68788AE9}">
  <ds:schemaRefs>
    <ds:schemaRef ds:uri="http://schemas.microsoft.com/office/2006/metadata/properties"/>
    <ds:schemaRef ds:uri="http://schemas.microsoft.com/office/infopath/2007/PartnerControls"/>
    <ds:schemaRef ds:uri="715bde23-c48d-41ea-a697-dffaa8fbae8d"/>
  </ds:schemaRefs>
</ds:datastoreItem>
</file>

<file path=customXml/itemProps3.xml><?xml version="1.0" encoding="utf-8"?>
<ds:datastoreItem xmlns:ds="http://schemas.openxmlformats.org/officeDocument/2006/customXml" ds:itemID="{FFAA86A3-D07C-4999-80B6-325F774CCE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201</Words>
  <Application>Microsoft Office PowerPoint</Application>
  <PresentationFormat>Widescreen</PresentationFormat>
  <Paragraphs>26</Paragraphs>
  <Slides>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Verdana</vt:lpstr>
      <vt:lpstr>Blank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DTU</dc:creator>
  <cp:lastModifiedBy>DTU</cp:lastModifiedBy>
  <cp:revision>1</cp:revision>
  <dcterms:created xsi:type="dcterms:W3CDTF">2026-09-22T13:08:17Z</dcterms:created>
  <dcterms:modified xsi:type="dcterms:W3CDTF">2026-09-24T08:01:23Z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0x0101009ADA1FD2B40FDA458284BB6FCA763489</vt:lpwstr>
  </property>
</Properties>
</file>